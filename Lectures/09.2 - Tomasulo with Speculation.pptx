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2"/>
  </p:notesMasterIdLst>
  <p:sldIdLst>
    <p:sldId id="348" r:id="rId2"/>
    <p:sldId id="352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66FF"/>
    <a:srgbClr val="0033CC"/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74065" autoAdjust="0"/>
  </p:normalViewPr>
  <p:slideViewPr>
    <p:cSldViewPr snapToGrid="0">
      <p:cViewPr varScale="1">
        <p:scale>
          <a:sx n="58" d="100"/>
          <a:sy n="58" d="100"/>
        </p:scale>
        <p:origin x="20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19 November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Tomasulo prevents execution until preceding branches resolve (for precise exceptions). </a:t>
            </a:r>
          </a:p>
          <a:p>
            <a:endParaRPr lang="en-US" b="1" dirty="0"/>
          </a:p>
          <a:p>
            <a:r>
              <a:rPr lang="en-US" b="1" dirty="0"/>
              <a:t>Speculation</a:t>
            </a:r>
            <a:r>
              <a:rPr lang="en-US" dirty="0"/>
              <a:t> overcomes </a:t>
            </a:r>
            <a:r>
              <a:rPr lang="en-US" b="1" dirty="0"/>
              <a:t>control dependence</a:t>
            </a:r>
            <a:r>
              <a:rPr lang="en-US" dirty="0"/>
              <a:t> by predicting branches and executing instructions </a:t>
            </a:r>
            <a:r>
              <a:rPr lang="en-US" b="1" dirty="0"/>
              <a:t>out-of-order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This creates a </a:t>
            </a:r>
            <a:r>
              <a:rPr lang="en-US" b="1" dirty="0"/>
              <a:t>data flow execution model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0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u="sng" dirty="0">
                <a:latin typeface="Calibri"/>
                <a:cs typeface="Calibri"/>
              </a:rPr>
              <a:t>Three</a:t>
            </a:r>
            <a:r>
              <a:rPr lang="en-US" sz="1200" b="0" u="sng" spc="97" dirty="0">
                <a:latin typeface="Calibri"/>
                <a:cs typeface="Calibri"/>
              </a:rPr>
              <a:t> </a:t>
            </a:r>
            <a:r>
              <a:rPr lang="en-US" sz="1200" b="0" u="sng" dirty="0">
                <a:latin typeface="Calibri"/>
                <a:cs typeface="Calibri"/>
              </a:rPr>
              <a:t>components</a:t>
            </a:r>
            <a:r>
              <a:rPr lang="en-US" sz="1200" b="0" u="sng" spc="97" dirty="0">
                <a:latin typeface="Calibri"/>
                <a:cs typeface="Calibri"/>
              </a:rPr>
              <a:t> </a:t>
            </a:r>
            <a:r>
              <a:rPr lang="en-US" sz="1200" b="0" u="sng" dirty="0">
                <a:latin typeface="Calibri"/>
                <a:cs typeface="Calibri"/>
              </a:rPr>
              <a:t>of</a:t>
            </a:r>
            <a:r>
              <a:rPr lang="en-US" sz="1200" b="0" u="sng" spc="93" dirty="0">
                <a:latin typeface="Calibri"/>
                <a:cs typeface="Calibri"/>
              </a:rPr>
              <a:t> </a:t>
            </a:r>
            <a:r>
              <a:rPr lang="en-US" sz="1200" b="0" u="sng" dirty="0">
                <a:latin typeface="Calibri"/>
                <a:cs typeface="Calibri"/>
              </a:rPr>
              <a:t>HW-based</a:t>
            </a:r>
            <a:r>
              <a:rPr lang="en-US" sz="1200" b="0" u="sng" spc="97" dirty="0">
                <a:latin typeface="Calibri"/>
                <a:cs typeface="Calibri"/>
              </a:rPr>
              <a:t> </a:t>
            </a:r>
            <a:r>
              <a:rPr lang="en-US" sz="1200" b="0" u="sng" spc="-9" dirty="0">
                <a:latin typeface="Calibri"/>
                <a:cs typeface="Calibri"/>
              </a:rPr>
              <a:t>speculation:</a:t>
            </a:r>
            <a:endParaRPr lang="en-US" b="0" u="sng" dirty="0"/>
          </a:p>
          <a:p>
            <a:pPr marL="228600" indent="-228600">
              <a:buAutoNum type="arabicPeriod"/>
            </a:pPr>
            <a:r>
              <a:rPr lang="en-US" b="1" dirty="0"/>
              <a:t>Dynamic branch prediction</a:t>
            </a:r>
            <a:r>
              <a:rPr lang="en-US" dirty="0"/>
              <a:t> to guide instruction fetching. </a:t>
            </a:r>
          </a:p>
          <a:p>
            <a:pPr marL="228600" indent="-228600">
              <a:buAutoNum type="arabicPeriod"/>
            </a:pPr>
            <a:r>
              <a:rPr lang="en-US" b="1" dirty="0"/>
              <a:t>Speculation</a:t>
            </a:r>
            <a:r>
              <a:rPr lang="en-US" dirty="0"/>
              <a:t> allowing execution before control dependence is resolved. </a:t>
            </a:r>
          </a:p>
          <a:p>
            <a:pPr marL="228600" indent="-228600">
              <a:buAutoNum type="arabicPeriod"/>
            </a:pPr>
            <a:r>
              <a:rPr lang="en-US" b="1" dirty="0"/>
              <a:t>Ability to undo</a:t>
            </a:r>
            <a:r>
              <a:rPr lang="en-US" dirty="0"/>
              <a:t> effects of incorrect speculation (misprediction).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3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Introduces the </a:t>
            </a:r>
            <a:r>
              <a:rPr lang="en-US" b="1" dirty="0"/>
              <a:t>commit</a:t>
            </a:r>
            <a:r>
              <a:rPr lang="en-US" dirty="0"/>
              <a:t> stage to separate instruction execution from completion/finish. </a:t>
            </a:r>
          </a:p>
          <a:p>
            <a:endParaRPr lang="en-US" dirty="0"/>
          </a:p>
          <a:p>
            <a:r>
              <a:rPr lang="en-US" dirty="0"/>
              <a:t>An instruction </a:t>
            </a:r>
            <a:r>
              <a:rPr lang="en-US" b="1" dirty="0"/>
              <a:t>commits</a:t>
            </a:r>
            <a:r>
              <a:rPr lang="en-US" dirty="0"/>
              <a:t> only after its preceding branch prediction is confirmed. 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Reorder Buffer (ROB)</a:t>
            </a:r>
            <a:r>
              <a:rPr lang="en-US" dirty="0"/>
              <a:t> holds results of executed but uncommitted instructions.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Register File</a:t>
            </a:r>
            <a:r>
              <a:rPr lang="en-US" dirty="0"/>
              <a:t> is not updated until an instruction </a:t>
            </a:r>
            <a:r>
              <a:rPr lang="en-US" b="1" dirty="0"/>
              <a:t>commits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ROB supplies results (operands) between execution completion and commit. </a:t>
            </a:r>
          </a:p>
          <a:p>
            <a:endParaRPr lang="en-US" dirty="0"/>
          </a:p>
          <a:p>
            <a:r>
              <a:rPr lang="en-US" dirty="0"/>
              <a:t>The ROB is an extension of architected registers, similar to Reservation Stations (RS).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6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Each ROB entry contains four fields: 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Instruction Type</a:t>
            </a:r>
            <a:r>
              <a:rPr lang="en-US" dirty="0"/>
              <a:t> (Branch, Store, or Register Op), 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Destination</a:t>
            </a:r>
            <a:r>
              <a:rPr lang="en-US" dirty="0"/>
              <a:t> (Register or Memory Address), 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Value</a:t>
            </a:r>
            <a:r>
              <a:rPr lang="en-US" dirty="0"/>
              <a:t> (Result held until commit), and 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Ready</a:t>
            </a:r>
            <a:r>
              <a:rPr lang="en-US" dirty="0"/>
              <a:t> (Indicates execution is complete).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38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are held in </a:t>
            </a:r>
            <a:r>
              <a:rPr lang="en-US" b="1" dirty="0"/>
              <a:t>FIFO (in-order)</a:t>
            </a:r>
            <a:r>
              <a:rPr lang="en-US" dirty="0"/>
              <a:t> issue order. </a:t>
            </a:r>
          </a:p>
          <a:p>
            <a:endParaRPr lang="en-US" dirty="0"/>
          </a:p>
          <a:p>
            <a:r>
              <a:rPr lang="en-US" dirty="0"/>
              <a:t>Commit (writing to registers/memory) occurs </a:t>
            </a:r>
            <a:r>
              <a:rPr lang="en-US" b="1" dirty="0"/>
              <a:t>in order</a:t>
            </a:r>
            <a:r>
              <a:rPr lang="en-US" dirty="0"/>
              <a:t> from the </a:t>
            </a:r>
            <a:r>
              <a:rPr lang="en-US" b="1" dirty="0"/>
              <a:t>head of the ROB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This FIFO commit allows easy recovery from mispredictions/exceptions.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9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sng" dirty="0">
                <a:latin typeface="Calibri"/>
                <a:cs typeface="Calibri"/>
              </a:rPr>
              <a:t>4</a:t>
            </a:r>
            <a:r>
              <a:rPr lang="en-US" u="sng" spc="-31" dirty="0"/>
              <a:t> </a:t>
            </a:r>
            <a:r>
              <a:rPr lang="en-US" b="0" u="sng" dirty="0">
                <a:latin typeface="Calibri"/>
                <a:cs typeface="Calibri"/>
              </a:rPr>
              <a:t>Steps</a:t>
            </a:r>
            <a:r>
              <a:rPr lang="en-US" u="sng" spc="-31" dirty="0"/>
              <a:t> </a:t>
            </a:r>
            <a:r>
              <a:rPr lang="en-US" b="0" u="sng" dirty="0">
                <a:latin typeface="Calibri"/>
                <a:cs typeface="Calibri"/>
              </a:rPr>
              <a:t>of</a:t>
            </a:r>
            <a:r>
              <a:rPr lang="en-US" u="sng" spc="-35" dirty="0"/>
              <a:t> </a:t>
            </a:r>
            <a:r>
              <a:rPr lang="en-US" b="0" u="sng" dirty="0">
                <a:latin typeface="Calibri"/>
                <a:cs typeface="Calibri"/>
              </a:rPr>
              <a:t>Speculative</a:t>
            </a:r>
            <a:r>
              <a:rPr lang="en-US" u="sng" spc="-35" dirty="0"/>
              <a:t> </a:t>
            </a:r>
            <a:r>
              <a:rPr lang="en-US" b="0" u="sng" dirty="0">
                <a:latin typeface="Calibri"/>
                <a:cs typeface="Calibri"/>
              </a:rPr>
              <a:t>Tomasulo</a:t>
            </a:r>
            <a:r>
              <a:rPr lang="en-US" u="sng" spc="-35" dirty="0"/>
              <a:t> </a:t>
            </a:r>
            <a:r>
              <a:rPr lang="en-US" u="sng" spc="-9" dirty="0"/>
              <a:t>Algorithm</a:t>
            </a:r>
            <a:endParaRPr lang="en-US" u="sng" dirty="0"/>
          </a:p>
          <a:p>
            <a:pPr marL="228600" indent="-228600">
              <a:buAutoNum type="arabicPeriod"/>
            </a:pPr>
            <a:r>
              <a:rPr lang="en-US" b="1" dirty="0"/>
              <a:t>Issue:</a:t>
            </a:r>
            <a:r>
              <a:rPr lang="en-US" dirty="0"/>
              <a:t> (Dispatch) </a:t>
            </a:r>
            <a:br>
              <a:rPr lang="en-US" dirty="0"/>
            </a:br>
            <a:r>
              <a:rPr lang="en-US" dirty="0"/>
              <a:t>Get instruction; </a:t>
            </a:r>
            <a:br>
              <a:rPr lang="en-US" dirty="0"/>
            </a:br>
            <a:r>
              <a:rPr lang="en-US" dirty="0"/>
              <a:t>If RS and </a:t>
            </a:r>
            <a:r>
              <a:rPr lang="en-US" b="1" dirty="0"/>
              <a:t>ROB</a:t>
            </a:r>
            <a:r>
              <a:rPr lang="en-US" dirty="0"/>
              <a:t> slot free, issue. </a:t>
            </a:r>
            <a:br>
              <a:rPr lang="en-US" dirty="0"/>
            </a:br>
            <a:r>
              <a:rPr lang="en-US" dirty="0"/>
              <a:t>Send ROB number as destination tag to RS. </a:t>
            </a:r>
          </a:p>
          <a:p>
            <a:pPr marL="228600" indent="-228600">
              <a:buAutoNum type="arabicPeriod"/>
            </a:pPr>
            <a:r>
              <a:rPr lang="en-US" b="1" dirty="0"/>
              <a:t>Execution: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(EX/Issue) Operates on operands. </a:t>
            </a:r>
          </a:p>
          <a:p>
            <a:pPr marL="228600" indent="-228600">
              <a:buAutoNum type="arabicPeriod"/>
            </a:pPr>
            <a:r>
              <a:rPr lang="en-US" b="1" dirty="0"/>
              <a:t>Write Result: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(WB) Write result to CDB and </a:t>
            </a:r>
            <a:r>
              <a:rPr lang="en-US" b="1" dirty="0"/>
              <a:t>ROB</a:t>
            </a:r>
            <a:r>
              <a:rPr lang="en-US" dirty="0"/>
              <a:t>. </a:t>
            </a:r>
          </a:p>
          <a:p>
            <a:pPr marL="228600" indent="-228600">
              <a:buAutoNum type="arabicPeriod"/>
            </a:pPr>
            <a:r>
              <a:rPr lang="en-US" b="1" dirty="0"/>
              <a:t>Commit: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(Graduation) Instruction at </a:t>
            </a:r>
            <a:r>
              <a:rPr lang="en-US" b="1" dirty="0"/>
              <a:t>ROB head</a:t>
            </a:r>
            <a:r>
              <a:rPr lang="en-US" dirty="0"/>
              <a:t> updates register/memory in-order and is removed. </a:t>
            </a:r>
            <a:br>
              <a:rPr lang="en-US" dirty="0"/>
            </a:br>
            <a:r>
              <a:rPr lang="en-US" dirty="0" err="1"/>
              <a:t>Mispredicted</a:t>
            </a:r>
            <a:r>
              <a:rPr lang="en-US" dirty="0"/>
              <a:t> branches flush the ROB of executed instructions after the branch.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0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Step-by-step example execution showing instruction flow through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Reservation Stations (RS),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Reorder Buffer (ROB),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the Register Status table.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6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about memory hazards???</a:t>
            </a:r>
          </a:p>
          <a:p>
            <a:r>
              <a:rPr lang="en-US" i="1"/>
              <a:t>(</a:t>
            </a:r>
            <a:r>
              <a:rPr lang="en-US" i="1" dirty="0"/>
              <a:t>next slide)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79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WAW/WAR</a:t>
            </a:r>
            <a:r>
              <a:rPr lang="en-US" dirty="0"/>
              <a:t> hazards through memory are eliminated because </a:t>
            </a:r>
            <a:r>
              <a:rPr lang="en-US" b="1" dirty="0"/>
              <a:t>Stores</a:t>
            </a:r>
            <a:r>
              <a:rPr lang="en-US" dirty="0"/>
              <a:t> only update memory when they reach the </a:t>
            </a:r>
            <a:r>
              <a:rPr lang="en-US" b="1" dirty="0"/>
              <a:t>ROB head</a:t>
            </a:r>
            <a:r>
              <a:rPr lang="en-US" dirty="0"/>
              <a:t> (in-order completion). </a:t>
            </a:r>
          </a:p>
          <a:p>
            <a:endParaRPr lang="en-US" b="1" dirty="0"/>
          </a:p>
          <a:p>
            <a:r>
              <a:rPr lang="en-US" b="1" dirty="0"/>
              <a:t>RAW</a:t>
            </a:r>
            <a:r>
              <a:rPr lang="en-US" dirty="0"/>
              <a:t> hazards (Load-after-Store) are avoided by checking if an earlier </a:t>
            </a:r>
            <a:r>
              <a:rPr lang="en-US" i="1" dirty="0"/>
              <a:t>active</a:t>
            </a:r>
            <a:r>
              <a:rPr lang="en-US" dirty="0"/>
              <a:t> store in the ROB has a matching address before allowing a load to read memory.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29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Speculation requires </a:t>
            </a:r>
            <a:r>
              <a:rPr lang="en-US" b="1" dirty="0"/>
              <a:t>in-order commit</a:t>
            </a:r>
            <a:r>
              <a:rPr lang="en-US" dirty="0"/>
              <a:t> to support </a:t>
            </a:r>
            <a:r>
              <a:rPr lang="en-US" b="1" dirty="0"/>
              <a:t>precise exceptions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a speculated instruction causes an exception,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is </a:t>
            </a:r>
            <a:r>
              <a:rPr lang="en-US" b="1" dirty="0"/>
              <a:t>recorded in the ROB</a:t>
            </a:r>
            <a:r>
              <a:rPr lang="en-US" dirty="0"/>
              <a:t> but not recognized until the instruction is ready to commit (at the ROB head).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ROB enables precise exception handling in modern processors.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1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42" Type="http://schemas.openxmlformats.org/officeDocument/2006/relationships/image" Target="../media/image46.png"/><Relationship Id="rId47" Type="http://schemas.openxmlformats.org/officeDocument/2006/relationships/image" Target="../media/image51.png"/><Relationship Id="rId50" Type="http://schemas.openxmlformats.org/officeDocument/2006/relationships/image" Target="../media/image5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.png"/><Relationship Id="rId29" Type="http://schemas.openxmlformats.org/officeDocument/2006/relationships/image" Target="../media/image33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45" Type="http://schemas.openxmlformats.org/officeDocument/2006/relationships/image" Target="../media/image49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49" Type="http://schemas.openxmlformats.org/officeDocument/2006/relationships/image" Target="../media/image53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52" Type="http://schemas.openxmlformats.org/officeDocument/2006/relationships/image" Target="../media/image56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43" Type="http://schemas.openxmlformats.org/officeDocument/2006/relationships/image" Target="../media/image47.png"/><Relationship Id="rId48" Type="http://schemas.openxmlformats.org/officeDocument/2006/relationships/image" Target="../media/image52.png"/><Relationship Id="rId8" Type="http://schemas.openxmlformats.org/officeDocument/2006/relationships/image" Target="../media/image12.png"/><Relationship Id="rId51" Type="http://schemas.openxmlformats.org/officeDocument/2006/relationships/image" Target="../media/image55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46" Type="http://schemas.openxmlformats.org/officeDocument/2006/relationships/image" Target="../media/image50.png"/><Relationship Id="rId20" Type="http://schemas.openxmlformats.org/officeDocument/2006/relationships/image" Target="../media/image24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1.png"/><Relationship Id="rId21" Type="http://schemas.openxmlformats.org/officeDocument/2006/relationships/image" Target="../media/image25.png"/><Relationship Id="rId34" Type="http://schemas.openxmlformats.org/officeDocument/2006/relationships/image" Target="../media/image37.png"/><Relationship Id="rId42" Type="http://schemas.openxmlformats.org/officeDocument/2006/relationships/image" Target="../media/image44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5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6" Type="http://schemas.openxmlformats.org/officeDocument/2006/relationships/image" Target="../media/image20.png"/><Relationship Id="rId29" Type="http://schemas.openxmlformats.org/officeDocument/2006/relationships/image" Target="../media/image33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40" Type="http://schemas.openxmlformats.org/officeDocument/2006/relationships/image" Target="../media/image42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" Type="http://schemas.openxmlformats.org/officeDocument/2006/relationships/image" Target="../media/image5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4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58.png"/><Relationship Id="rId35" Type="http://schemas.openxmlformats.org/officeDocument/2006/relationships/image" Target="../media/image38.png"/><Relationship Id="rId43" Type="http://schemas.openxmlformats.org/officeDocument/2006/relationships/image" Target="../media/image60.png"/><Relationship Id="rId48" Type="http://schemas.openxmlformats.org/officeDocument/2006/relationships/image" Target="../media/image49.png"/><Relationship Id="rId8" Type="http://schemas.openxmlformats.org/officeDocument/2006/relationships/image" Target="../media/image12.png"/><Relationship Id="rId51" Type="http://schemas.openxmlformats.org/officeDocument/2006/relationships/image" Target="../media/image52.png"/><Relationship Id="rId3" Type="http://schemas.openxmlformats.org/officeDocument/2006/relationships/image" Target="../media/image8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6.png"/><Relationship Id="rId38" Type="http://schemas.openxmlformats.org/officeDocument/2006/relationships/image" Target="../media/image59.png"/><Relationship Id="rId46" Type="http://schemas.openxmlformats.org/officeDocument/2006/relationships/image" Target="../media/image47.png"/><Relationship Id="rId20" Type="http://schemas.openxmlformats.org/officeDocument/2006/relationships/image" Target="../media/image24.png"/><Relationship Id="rId41" Type="http://schemas.openxmlformats.org/officeDocument/2006/relationships/image" Target="../media/image43.png"/><Relationship Id="rId5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39.png"/><Relationship Id="rId4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9" Type="http://schemas.openxmlformats.org/officeDocument/2006/relationships/image" Target="../media/image63.png"/><Relationship Id="rId21" Type="http://schemas.openxmlformats.org/officeDocument/2006/relationships/image" Target="../media/image24.png"/><Relationship Id="rId34" Type="http://schemas.openxmlformats.org/officeDocument/2006/relationships/image" Target="../media/image35.png"/><Relationship Id="rId42" Type="http://schemas.openxmlformats.org/officeDocument/2006/relationships/image" Target="../media/image41.png"/><Relationship Id="rId47" Type="http://schemas.openxmlformats.org/officeDocument/2006/relationships/image" Target="../media/image60.png"/><Relationship Id="rId50" Type="http://schemas.openxmlformats.org/officeDocument/2006/relationships/image" Target="../media/image47.png"/><Relationship Id="rId55" Type="http://schemas.openxmlformats.org/officeDocument/2006/relationships/image" Target="../media/image52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29" Type="http://schemas.openxmlformats.org/officeDocument/2006/relationships/image" Target="../media/image32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58.png"/><Relationship Id="rId37" Type="http://schemas.openxmlformats.org/officeDocument/2006/relationships/image" Target="../media/image38.png"/><Relationship Id="rId40" Type="http://schemas.openxmlformats.org/officeDocument/2006/relationships/image" Target="../media/image40.png"/><Relationship Id="rId45" Type="http://schemas.openxmlformats.org/officeDocument/2006/relationships/image" Target="../media/image64.png"/><Relationship Id="rId53" Type="http://schemas.openxmlformats.org/officeDocument/2006/relationships/image" Target="../media/image50.png"/><Relationship Id="rId58" Type="http://schemas.openxmlformats.org/officeDocument/2006/relationships/image" Target="../media/image55.png"/><Relationship Id="rId5" Type="http://schemas.openxmlformats.org/officeDocument/2006/relationships/image" Target="../media/image9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62.png"/><Relationship Id="rId35" Type="http://schemas.openxmlformats.org/officeDocument/2006/relationships/image" Target="../media/image36.png"/><Relationship Id="rId43" Type="http://schemas.openxmlformats.org/officeDocument/2006/relationships/image" Target="../media/image42.png"/><Relationship Id="rId48" Type="http://schemas.openxmlformats.org/officeDocument/2006/relationships/image" Target="../media/image45.png"/><Relationship Id="rId56" Type="http://schemas.openxmlformats.org/officeDocument/2006/relationships/image" Target="../media/image53.png"/><Relationship Id="rId8" Type="http://schemas.openxmlformats.org/officeDocument/2006/relationships/image" Target="../media/image11.png"/><Relationship Id="rId51" Type="http://schemas.openxmlformats.org/officeDocument/2006/relationships/image" Target="../media/image48.png"/><Relationship Id="rId3" Type="http://schemas.openxmlformats.org/officeDocument/2006/relationships/image" Target="../media/image61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4.png"/><Relationship Id="rId59" Type="http://schemas.openxmlformats.org/officeDocument/2006/relationships/image" Target="../media/image56.png"/><Relationship Id="rId20" Type="http://schemas.openxmlformats.org/officeDocument/2006/relationships/image" Target="../media/image23.png"/><Relationship Id="rId41" Type="http://schemas.openxmlformats.org/officeDocument/2006/relationships/image" Target="../media/image59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7.png"/><Relationship Id="rId49" Type="http://schemas.openxmlformats.org/officeDocument/2006/relationships/image" Target="../media/image46.png"/><Relationship Id="rId57" Type="http://schemas.openxmlformats.org/officeDocument/2006/relationships/image" Target="../media/image54.png"/><Relationship Id="rId10" Type="http://schemas.openxmlformats.org/officeDocument/2006/relationships/image" Target="../media/image13.png"/><Relationship Id="rId31" Type="http://schemas.openxmlformats.org/officeDocument/2006/relationships/image" Target="../media/image33.png"/><Relationship Id="rId44" Type="http://schemas.openxmlformats.org/officeDocument/2006/relationships/image" Target="../media/image43.png"/><Relationship Id="rId52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0.png"/><Relationship Id="rId21" Type="http://schemas.openxmlformats.org/officeDocument/2006/relationships/image" Target="../media/image22.png"/><Relationship Id="rId34" Type="http://schemas.openxmlformats.org/officeDocument/2006/relationships/image" Target="../media/image30.png"/><Relationship Id="rId42" Type="http://schemas.openxmlformats.org/officeDocument/2006/relationships/image" Target="../media/image35.png"/><Relationship Id="rId47" Type="http://schemas.openxmlformats.org/officeDocument/2006/relationships/image" Target="../media/image63.png"/><Relationship Id="rId50" Type="http://schemas.openxmlformats.org/officeDocument/2006/relationships/image" Target="../media/image41.png"/><Relationship Id="rId55" Type="http://schemas.openxmlformats.org/officeDocument/2006/relationships/image" Target="../media/image45.png"/><Relationship Id="rId63" Type="http://schemas.openxmlformats.org/officeDocument/2006/relationships/image" Target="../media/image53.png"/><Relationship Id="rId68" Type="http://schemas.openxmlformats.org/officeDocument/2006/relationships/image" Target="../media/image75.png"/><Relationship Id="rId7" Type="http://schemas.openxmlformats.org/officeDocument/2006/relationships/image" Target="../media/image65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9" Type="http://schemas.openxmlformats.org/officeDocument/2006/relationships/image" Target="../media/image71.png"/><Relationship Id="rId11" Type="http://schemas.openxmlformats.org/officeDocument/2006/relationships/image" Target="../media/image13.png"/><Relationship Id="rId24" Type="http://schemas.openxmlformats.org/officeDocument/2006/relationships/image" Target="../media/image64.png"/><Relationship Id="rId32" Type="http://schemas.openxmlformats.org/officeDocument/2006/relationships/image" Target="../media/image72.png"/><Relationship Id="rId37" Type="http://schemas.openxmlformats.org/officeDocument/2006/relationships/image" Target="../media/image32.png"/><Relationship Id="rId40" Type="http://schemas.openxmlformats.org/officeDocument/2006/relationships/image" Target="../media/image58.png"/><Relationship Id="rId45" Type="http://schemas.openxmlformats.org/officeDocument/2006/relationships/image" Target="../media/image38.png"/><Relationship Id="rId53" Type="http://schemas.openxmlformats.org/officeDocument/2006/relationships/image" Target="../media/image44.png"/><Relationship Id="rId58" Type="http://schemas.openxmlformats.org/officeDocument/2006/relationships/image" Target="../media/image48.png"/><Relationship Id="rId66" Type="http://schemas.openxmlformats.org/officeDocument/2006/relationships/image" Target="../media/image74.png"/><Relationship Id="rId5" Type="http://schemas.openxmlformats.org/officeDocument/2006/relationships/image" Target="../media/image9.png"/><Relationship Id="rId61" Type="http://schemas.openxmlformats.org/officeDocument/2006/relationships/image" Target="../media/image51.png"/><Relationship Id="rId19" Type="http://schemas.openxmlformats.org/officeDocument/2006/relationships/image" Target="../media/image68.png"/><Relationship Id="rId14" Type="http://schemas.openxmlformats.org/officeDocument/2006/relationships/image" Target="../media/image16.png"/><Relationship Id="rId22" Type="http://schemas.openxmlformats.org/officeDocument/2006/relationships/image" Target="../media/image69.png"/><Relationship Id="rId27" Type="http://schemas.openxmlformats.org/officeDocument/2006/relationships/image" Target="../media/image25.png"/><Relationship Id="rId30" Type="http://schemas.openxmlformats.org/officeDocument/2006/relationships/image" Target="../media/image27.png"/><Relationship Id="rId35" Type="http://schemas.openxmlformats.org/officeDocument/2006/relationships/image" Target="../media/image73.png"/><Relationship Id="rId43" Type="http://schemas.openxmlformats.org/officeDocument/2006/relationships/image" Target="../media/image36.png"/><Relationship Id="rId48" Type="http://schemas.openxmlformats.org/officeDocument/2006/relationships/image" Target="../media/image40.png"/><Relationship Id="rId56" Type="http://schemas.openxmlformats.org/officeDocument/2006/relationships/image" Target="../media/image46.png"/><Relationship Id="rId64" Type="http://schemas.openxmlformats.org/officeDocument/2006/relationships/image" Target="../media/image54.png"/><Relationship Id="rId8" Type="http://schemas.openxmlformats.org/officeDocument/2006/relationships/image" Target="../media/image66.png"/><Relationship Id="rId51" Type="http://schemas.openxmlformats.org/officeDocument/2006/relationships/image" Target="../media/image42.png"/><Relationship Id="rId3" Type="http://schemas.openxmlformats.org/officeDocument/2006/relationships/image" Target="../media/image61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4.png"/><Relationship Id="rId33" Type="http://schemas.openxmlformats.org/officeDocument/2006/relationships/image" Target="../media/image29.png"/><Relationship Id="rId38" Type="http://schemas.openxmlformats.org/officeDocument/2006/relationships/image" Target="../media/image62.png"/><Relationship Id="rId46" Type="http://schemas.openxmlformats.org/officeDocument/2006/relationships/image" Target="../media/image39.png"/><Relationship Id="rId59" Type="http://schemas.openxmlformats.org/officeDocument/2006/relationships/image" Target="../media/image49.png"/><Relationship Id="rId67" Type="http://schemas.openxmlformats.org/officeDocument/2006/relationships/image" Target="../media/image56.png"/><Relationship Id="rId20" Type="http://schemas.openxmlformats.org/officeDocument/2006/relationships/image" Target="../media/image21.png"/><Relationship Id="rId41" Type="http://schemas.openxmlformats.org/officeDocument/2006/relationships/image" Target="../media/image34.png"/><Relationship Id="rId54" Type="http://schemas.openxmlformats.org/officeDocument/2006/relationships/image" Target="../media/image60.png"/><Relationship Id="rId6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5" Type="http://schemas.openxmlformats.org/officeDocument/2006/relationships/image" Target="../media/image17.png"/><Relationship Id="rId23" Type="http://schemas.openxmlformats.org/officeDocument/2006/relationships/image" Target="../media/image23.png"/><Relationship Id="rId28" Type="http://schemas.openxmlformats.org/officeDocument/2006/relationships/image" Target="../media/image26.png"/><Relationship Id="rId36" Type="http://schemas.openxmlformats.org/officeDocument/2006/relationships/image" Target="../media/image31.png"/><Relationship Id="rId49" Type="http://schemas.openxmlformats.org/officeDocument/2006/relationships/image" Target="../media/image59.png"/><Relationship Id="rId57" Type="http://schemas.openxmlformats.org/officeDocument/2006/relationships/image" Target="../media/image47.png"/><Relationship Id="rId10" Type="http://schemas.openxmlformats.org/officeDocument/2006/relationships/image" Target="../media/image12.png"/><Relationship Id="rId31" Type="http://schemas.openxmlformats.org/officeDocument/2006/relationships/image" Target="../media/image28.png"/><Relationship Id="rId44" Type="http://schemas.openxmlformats.org/officeDocument/2006/relationships/image" Target="../media/image37.png"/><Relationship Id="rId52" Type="http://schemas.openxmlformats.org/officeDocument/2006/relationships/image" Target="../media/image43.png"/><Relationship Id="rId60" Type="http://schemas.openxmlformats.org/officeDocument/2006/relationships/image" Target="../media/image50.png"/><Relationship Id="rId65" Type="http://schemas.openxmlformats.org/officeDocument/2006/relationships/image" Target="../media/image55.png"/><Relationship Id="rId4" Type="http://schemas.openxmlformats.org/officeDocument/2006/relationships/image" Target="../media/image8.png"/><Relationship Id="rId9" Type="http://schemas.openxmlformats.org/officeDocument/2006/relationships/image" Target="../media/image6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image" Target="../media/image21.png"/><Relationship Id="rId42" Type="http://schemas.openxmlformats.org/officeDocument/2006/relationships/image" Target="../media/image58.png"/><Relationship Id="rId47" Type="http://schemas.openxmlformats.org/officeDocument/2006/relationships/image" Target="../media/image38.png"/><Relationship Id="rId63" Type="http://schemas.openxmlformats.org/officeDocument/2006/relationships/image" Target="../media/image51.png"/><Relationship Id="rId68" Type="http://schemas.openxmlformats.org/officeDocument/2006/relationships/image" Target="../media/image74.png"/><Relationship Id="rId7" Type="http://schemas.openxmlformats.org/officeDocument/2006/relationships/image" Target="../media/image65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9" Type="http://schemas.openxmlformats.org/officeDocument/2006/relationships/image" Target="../media/image70.png"/><Relationship Id="rId11" Type="http://schemas.openxmlformats.org/officeDocument/2006/relationships/image" Target="../media/image13.png"/><Relationship Id="rId24" Type="http://schemas.openxmlformats.org/officeDocument/2006/relationships/image" Target="../media/image77.png"/><Relationship Id="rId32" Type="http://schemas.openxmlformats.org/officeDocument/2006/relationships/image" Target="../media/image71.png"/><Relationship Id="rId37" Type="http://schemas.openxmlformats.org/officeDocument/2006/relationships/image" Target="../media/image73.png"/><Relationship Id="rId40" Type="http://schemas.openxmlformats.org/officeDocument/2006/relationships/image" Target="../media/image62.png"/><Relationship Id="rId45" Type="http://schemas.openxmlformats.org/officeDocument/2006/relationships/image" Target="../media/image36.png"/><Relationship Id="rId53" Type="http://schemas.openxmlformats.org/officeDocument/2006/relationships/image" Target="../media/image42.png"/><Relationship Id="rId58" Type="http://schemas.openxmlformats.org/officeDocument/2006/relationships/image" Target="../media/image46.png"/><Relationship Id="rId66" Type="http://schemas.openxmlformats.org/officeDocument/2006/relationships/image" Target="../media/image54.png"/><Relationship Id="rId5" Type="http://schemas.openxmlformats.org/officeDocument/2006/relationships/image" Target="../media/image9.png"/><Relationship Id="rId61" Type="http://schemas.openxmlformats.org/officeDocument/2006/relationships/image" Target="../media/image49.png"/><Relationship Id="rId19" Type="http://schemas.openxmlformats.org/officeDocument/2006/relationships/image" Target="../media/image72.png"/><Relationship Id="rId14" Type="http://schemas.openxmlformats.org/officeDocument/2006/relationships/image" Target="../media/image16.png"/><Relationship Id="rId22" Type="http://schemas.openxmlformats.org/officeDocument/2006/relationships/image" Target="../media/image76.png"/><Relationship Id="rId27" Type="http://schemas.openxmlformats.org/officeDocument/2006/relationships/image" Target="../media/image64.png"/><Relationship Id="rId30" Type="http://schemas.openxmlformats.org/officeDocument/2006/relationships/image" Target="../media/image25.png"/><Relationship Id="rId35" Type="http://schemas.openxmlformats.org/officeDocument/2006/relationships/image" Target="../media/image29.png"/><Relationship Id="rId43" Type="http://schemas.openxmlformats.org/officeDocument/2006/relationships/image" Target="../media/image34.png"/><Relationship Id="rId48" Type="http://schemas.openxmlformats.org/officeDocument/2006/relationships/image" Target="../media/image39.png"/><Relationship Id="rId56" Type="http://schemas.openxmlformats.org/officeDocument/2006/relationships/image" Target="../media/image60.png"/><Relationship Id="rId64" Type="http://schemas.openxmlformats.org/officeDocument/2006/relationships/image" Target="../media/image52.png"/><Relationship Id="rId69" Type="http://schemas.openxmlformats.org/officeDocument/2006/relationships/image" Target="../media/image56.png"/><Relationship Id="rId8" Type="http://schemas.openxmlformats.org/officeDocument/2006/relationships/image" Target="../media/image66.png"/><Relationship Id="rId51" Type="http://schemas.openxmlformats.org/officeDocument/2006/relationships/image" Target="../media/image59.png"/><Relationship Id="rId3" Type="http://schemas.openxmlformats.org/officeDocument/2006/relationships/image" Target="../media/image61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69.png"/><Relationship Id="rId33" Type="http://schemas.openxmlformats.org/officeDocument/2006/relationships/image" Target="../media/image27.png"/><Relationship Id="rId38" Type="http://schemas.openxmlformats.org/officeDocument/2006/relationships/image" Target="../media/image31.png"/><Relationship Id="rId46" Type="http://schemas.openxmlformats.org/officeDocument/2006/relationships/image" Target="../media/image37.png"/><Relationship Id="rId59" Type="http://schemas.openxmlformats.org/officeDocument/2006/relationships/image" Target="../media/image47.png"/><Relationship Id="rId67" Type="http://schemas.openxmlformats.org/officeDocument/2006/relationships/image" Target="../media/image55.png"/><Relationship Id="rId20" Type="http://schemas.openxmlformats.org/officeDocument/2006/relationships/image" Target="../media/image68.png"/><Relationship Id="rId41" Type="http://schemas.openxmlformats.org/officeDocument/2006/relationships/image" Target="../media/image33.png"/><Relationship Id="rId54" Type="http://schemas.openxmlformats.org/officeDocument/2006/relationships/image" Target="../media/image43.png"/><Relationship Id="rId6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5" Type="http://schemas.openxmlformats.org/officeDocument/2006/relationships/image" Target="../media/image17.png"/><Relationship Id="rId23" Type="http://schemas.openxmlformats.org/officeDocument/2006/relationships/image" Target="../media/image22.png"/><Relationship Id="rId28" Type="http://schemas.openxmlformats.org/officeDocument/2006/relationships/image" Target="../media/image24.png"/><Relationship Id="rId36" Type="http://schemas.openxmlformats.org/officeDocument/2006/relationships/image" Target="../media/image30.png"/><Relationship Id="rId49" Type="http://schemas.openxmlformats.org/officeDocument/2006/relationships/image" Target="../media/image63.png"/><Relationship Id="rId57" Type="http://schemas.openxmlformats.org/officeDocument/2006/relationships/image" Target="../media/image45.png"/><Relationship Id="rId10" Type="http://schemas.openxmlformats.org/officeDocument/2006/relationships/image" Target="../media/image12.png"/><Relationship Id="rId31" Type="http://schemas.openxmlformats.org/officeDocument/2006/relationships/image" Target="../media/image26.png"/><Relationship Id="rId44" Type="http://schemas.openxmlformats.org/officeDocument/2006/relationships/image" Target="../media/image35.png"/><Relationship Id="rId52" Type="http://schemas.openxmlformats.org/officeDocument/2006/relationships/image" Target="../media/image41.png"/><Relationship Id="rId60" Type="http://schemas.openxmlformats.org/officeDocument/2006/relationships/image" Target="../media/image48.png"/><Relationship Id="rId65" Type="http://schemas.openxmlformats.org/officeDocument/2006/relationships/image" Target="../media/image53.png"/><Relationship Id="rId4" Type="http://schemas.openxmlformats.org/officeDocument/2006/relationships/image" Target="../media/image8.png"/><Relationship Id="rId9" Type="http://schemas.openxmlformats.org/officeDocument/2006/relationships/image" Target="../media/image6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9" Type="http://schemas.openxmlformats.org/officeDocument/2006/relationships/image" Target="../media/image32.png"/><Relationship Id="rId34" Type="http://schemas.openxmlformats.org/officeDocument/2006/relationships/image" Target="../media/image28.png"/><Relationship Id="rId50" Type="http://schemas.openxmlformats.org/officeDocument/2006/relationships/image" Target="../media/image40.png"/><Relationship Id="rId55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image" Target="../media/image21.png"/><Relationship Id="rId42" Type="http://schemas.openxmlformats.org/officeDocument/2006/relationships/image" Target="../media/image33.png"/><Relationship Id="rId47" Type="http://schemas.openxmlformats.org/officeDocument/2006/relationships/image" Target="../media/image37.png"/><Relationship Id="rId63" Type="http://schemas.openxmlformats.org/officeDocument/2006/relationships/image" Target="../media/image50.png"/><Relationship Id="rId68" Type="http://schemas.openxmlformats.org/officeDocument/2006/relationships/image" Target="../media/image55.png"/><Relationship Id="rId7" Type="http://schemas.openxmlformats.org/officeDocument/2006/relationships/image" Target="../media/image65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9" Type="http://schemas.openxmlformats.org/officeDocument/2006/relationships/image" Target="../media/image24.png"/><Relationship Id="rId11" Type="http://schemas.openxmlformats.org/officeDocument/2006/relationships/image" Target="../media/image13.png"/><Relationship Id="rId24" Type="http://schemas.openxmlformats.org/officeDocument/2006/relationships/image" Target="../media/image77.png"/><Relationship Id="rId32" Type="http://schemas.openxmlformats.org/officeDocument/2006/relationships/image" Target="../media/image26.png"/><Relationship Id="rId37" Type="http://schemas.openxmlformats.org/officeDocument/2006/relationships/image" Target="../media/image30.png"/><Relationship Id="rId40" Type="http://schemas.openxmlformats.org/officeDocument/2006/relationships/image" Target="../media/image32.png"/><Relationship Id="rId45" Type="http://schemas.openxmlformats.org/officeDocument/2006/relationships/image" Target="../media/image35.png"/><Relationship Id="rId53" Type="http://schemas.openxmlformats.org/officeDocument/2006/relationships/image" Target="../media/image41.png"/><Relationship Id="rId58" Type="http://schemas.openxmlformats.org/officeDocument/2006/relationships/image" Target="../media/image45.png"/><Relationship Id="rId66" Type="http://schemas.openxmlformats.org/officeDocument/2006/relationships/image" Target="../media/image53.png"/><Relationship Id="rId5" Type="http://schemas.openxmlformats.org/officeDocument/2006/relationships/image" Target="../media/image9.png"/><Relationship Id="rId61" Type="http://schemas.openxmlformats.org/officeDocument/2006/relationships/image" Target="../media/image48.png"/><Relationship Id="rId19" Type="http://schemas.openxmlformats.org/officeDocument/2006/relationships/image" Target="../media/image72.png"/><Relationship Id="rId14" Type="http://schemas.openxmlformats.org/officeDocument/2006/relationships/image" Target="../media/image16.png"/><Relationship Id="rId22" Type="http://schemas.openxmlformats.org/officeDocument/2006/relationships/image" Target="../media/image79.png"/><Relationship Id="rId27" Type="http://schemas.openxmlformats.org/officeDocument/2006/relationships/image" Target="../media/image80.png"/><Relationship Id="rId30" Type="http://schemas.openxmlformats.org/officeDocument/2006/relationships/image" Target="../media/image70.png"/><Relationship Id="rId35" Type="http://schemas.openxmlformats.org/officeDocument/2006/relationships/image" Target="../media/image28.png"/><Relationship Id="rId43" Type="http://schemas.openxmlformats.org/officeDocument/2006/relationships/image" Target="../media/image58.png"/><Relationship Id="rId48" Type="http://schemas.openxmlformats.org/officeDocument/2006/relationships/image" Target="../media/image38.png"/><Relationship Id="rId56" Type="http://schemas.openxmlformats.org/officeDocument/2006/relationships/image" Target="../media/image44.png"/><Relationship Id="rId64" Type="http://schemas.openxmlformats.org/officeDocument/2006/relationships/image" Target="../media/image51.png"/><Relationship Id="rId69" Type="http://schemas.openxmlformats.org/officeDocument/2006/relationships/image" Target="../media/image56.png"/><Relationship Id="rId8" Type="http://schemas.openxmlformats.org/officeDocument/2006/relationships/image" Target="../media/image78.png"/><Relationship Id="rId51" Type="http://schemas.openxmlformats.org/officeDocument/2006/relationships/image" Target="../media/image40.png"/><Relationship Id="rId3" Type="http://schemas.openxmlformats.org/officeDocument/2006/relationships/image" Target="../media/image61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69.png"/><Relationship Id="rId33" Type="http://schemas.openxmlformats.org/officeDocument/2006/relationships/image" Target="../media/image71.png"/><Relationship Id="rId38" Type="http://schemas.openxmlformats.org/officeDocument/2006/relationships/image" Target="../media/image73.png"/><Relationship Id="rId46" Type="http://schemas.openxmlformats.org/officeDocument/2006/relationships/image" Target="../media/image36.png"/><Relationship Id="rId59" Type="http://schemas.openxmlformats.org/officeDocument/2006/relationships/image" Target="../media/image46.png"/><Relationship Id="rId67" Type="http://schemas.openxmlformats.org/officeDocument/2006/relationships/image" Target="../media/image54.png"/><Relationship Id="rId20" Type="http://schemas.openxmlformats.org/officeDocument/2006/relationships/image" Target="../media/image68.png"/><Relationship Id="rId41" Type="http://schemas.openxmlformats.org/officeDocument/2006/relationships/image" Target="../media/image62.png"/><Relationship Id="rId54" Type="http://schemas.openxmlformats.org/officeDocument/2006/relationships/image" Target="../media/image42.png"/><Relationship Id="rId6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5" Type="http://schemas.openxmlformats.org/officeDocument/2006/relationships/image" Target="../media/image17.png"/><Relationship Id="rId23" Type="http://schemas.openxmlformats.org/officeDocument/2006/relationships/image" Target="../media/image22.png"/><Relationship Id="rId28" Type="http://schemas.openxmlformats.org/officeDocument/2006/relationships/image" Target="../media/image64.png"/><Relationship Id="rId36" Type="http://schemas.openxmlformats.org/officeDocument/2006/relationships/image" Target="../media/image29.png"/><Relationship Id="rId49" Type="http://schemas.openxmlformats.org/officeDocument/2006/relationships/image" Target="../media/image39.png"/><Relationship Id="rId57" Type="http://schemas.openxmlformats.org/officeDocument/2006/relationships/image" Target="../media/image60.png"/><Relationship Id="rId10" Type="http://schemas.openxmlformats.org/officeDocument/2006/relationships/image" Target="../media/image12.png"/><Relationship Id="rId31" Type="http://schemas.openxmlformats.org/officeDocument/2006/relationships/image" Target="../media/image25.png"/><Relationship Id="rId44" Type="http://schemas.openxmlformats.org/officeDocument/2006/relationships/image" Target="../media/image34.png"/><Relationship Id="rId52" Type="http://schemas.openxmlformats.org/officeDocument/2006/relationships/image" Target="../media/image59.png"/><Relationship Id="rId60" Type="http://schemas.openxmlformats.org/officeDocument/2006/relationships/image" Target="../media/image47.png"/><Relationship Id="rId65" Type="http://schemas.openxmlformats.org/officeDocument/2006/relationships/image" Target="../media/image52.png"/><Relationship Id="rId4" Type="http://schemas.openxmlformats.org/officeDocument/2006/relationships/image" Target="../media/image8.png"/><Relationship Id="rId9" Type="http://schemas.openxmlformats.org/officeDocument/2006/relationships/image" Target="../media/image6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9" Type="http://schemas.openxmlformats.org/officeDocument/2006/relationships/image" Target="../media/image31.png"/><Relationship Id="rId34" Type="http://schemas.openxmlformats.org/officeDocument/2006/relationships/image" Target="../media/image27.png"/><Relationship Id="rId50" Type="http://schemas.openxmlformats.org/officeDocument/2006/relationships/image" Target="../media/image63.png"/><Relationship Id="rId55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image" Target="../media/image79.png"/><Relationship Id="rId42" Type="http://schemas.openxmlformats.org/officeDocument/2006/relationships/image" Target="../media/image62.png"/><Relationship Id="rId47" Type="http://schemas.openxmlformats.org/officeDocument/2006/relationships/image" Target="../media/image36.png"/><Relationship Id="rId63" Type="http://schemas.openxmlformats.org/officeDocument/2006/relationships/image" Target="../media/image49.png"/><Relationship Id="rId68" Type="http://schemas.openxmlformats.org/officeDocument/2006/relationships/image" Target="../media/image54.png"/><Relationship Id="rId7" Type="http://schemas.openxmlformats.org/officeDocument/2006/relationships/image" Target="../media/image65.pn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29" Type="http://schemas.openxmlformats.org/officeDocument/2006/relationships/image" Target="../media/image24.png"/><Relationship Id="rId11" Type="http://schemas.openxmlformats.org/officeDocument/2006/relationships/image" Target="../media/image14.png"/><Relationship Id="rId24" Type="http://schemas.openxmlformats.org/officeDocument/2006/relationships/image" Target="../media/image77.png"/><Relationship Id="rId32" Type="http://schemas.openxmlformats.org/officeDocument/2006/relationships/image" Target="../media/image26.png"/><Relationship Id="rId37" Type="http://schemas.openxmlformats.org/officeDocument/2006/relationships/image" Target="../media/image30.png"/><Relationship Id="rId40" Type="http://schemas.openxmlformats.org/officeDocument/2006/relationships/image" Target="../media/image64.png"/><Relationship Id="rId45" Type="http://schemas.openxmlformats.org/officeDocument/2006/relationships/image" Target="../media/image34.png"/><Relationship Id="rId53" Type="http://schemas.openxmlformats.org/officeDocument/2006/relationships/image" Target="../media/image59.png"/><Relationship Id="rId58" Type="http://schemas.openxmlformats.org/officeDocument/2006/relationships/image" Target="../media/image60.png"/><Relationship Id="rId66" Type="http://schemas.openxmlformats.org/officeDocument/2006/relationships/image" Target="../media/image52.png"/><Relationship Id="rId5" Type="http://schemas.openxmlformats.org/officeDocument/2006/relationships/image" Target="../media/image9.png"/><Relationship Id="rId61" Type="http://schemas.openxmlformats.org/officeDocument/2006/relationships/image" Target="../media/image47.png"/><Relationship Id="rId19" Type="http://schemas.openxmlformats.org/officeDocument/2006/relationships/image" Target="../media/image68.png"/><Relationship Id="rId14" Type="http://schemas.openxmlformats.org/officeDocument/2006/relationships/image" Target="../media/image17.png"/><Relationship Id="rId22" Type="http://schemas.openxmlformats.org/officeDocument/2006/relationships/image" Target="../media/image81.png"/><Relationship Id="rId27" Type="http://schemas.openxmlformats.org/officeDocument/2006/relationships/image" Target="../media/image80.png"/><Relationship Id="rId30" Type="http://schemas.openxmlformats.org/officeDocument/2006/relationships/image" Target="../media/image70.png"/><Relationship Id="rId35" Type="http://schemas.openxmlformats.org/officeDocument/2006/relationships/image" Target="../media/image28.png"/><Relationship Id="rId43" Type="http://schemas.openxmlformats.org/officeDocument/2006/relationships/image" Target="../media/image33.png"/><Relationship Id="rId48" Type="http://schemas.openxmlformats.org/officeDocument/2006/relationships/image" Target="../media/image37.png"/><Relationship Id="rId56" Type="http://schemas.openxmlformats.org/officeDocument/2006/relationships/image" Target="../media/image43.png"/><Relationship Id="rId64" Type="http://schemas.openxmlformats.org/officeDocument/2006/relationships/image" Target="../media/image50.png"/><Relationship Id="rId69" Type="http://schemas.openxmlformats.org/officeDocument/2006/relationships/image" Target="../media/image55.png"/><Relationship Id="rId8" Type="http://schemas.openxmlformats.org/officeDocument/2006/relationships/image" Target="../media/image67.png"/><Relationship Id="rId51" Type="http://schemas.openxmlformats.org/officeDocument/2006/relationships/image" Target="../media/image63.png"/><Relationship Id="rId3" Type="http://schemas.openxmlformats.org/officeDocument/2006/relationships/image" Target="../media/image61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69.png"/><Relationship Id="rId33" Type="http://schemas.openxmlformats.org/officeDocument/2006/relationships/image" Target="../media/image71.png"/><Relationship Id="rId38" Type="http://schemas.openxmlformats.org/officeDocument/2006/relationships/image" Target="../media/image73.png"/><Relationship Id="rId46" Type="http://schemas.openxmlformats.org/officeDocument/2006/relationships/image" Target="../media/image35.png"/><Relationship Id="rId59" Type="http://schemas.openxmlformats.org/officeDocument/2006/relationships/image" Target="../media/image45.png"/><Relationship Id="rId67" Type="http://schemas.openxmlformats.org/officeDocument/2006/relationships/image" Target="../media/image53.png"/><Relationship Id="rId20" Type="http://schemas.openxmlformats.org/officeDocument/2006/relationships/image" Target="../media/image21.png"/><Relationship Id="rId41" Type="http://schemas.openxmlformats.org/officeDocument/2006/relationships/image" Target="../media/image32.png"/><Relationship Id="rId54" Type="http://schemas.openxmlformats.org/officeDocument/2006/relationships/image" Target="../media/image41.png"/><Relationship Id="rId62" Type="http://schemas.openxmlformats.org/officeDocument/2006/relationships/image" Target="../media/image48.png"/><Relationship Id="rId7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image" Target="../media/image82.png"/><Relationship Id="rId36" Type="http://schemas.openxmlformats.org/officeDocument/2006/relationships/image" Target="../media/image29.png"/><Relationship Id="rId49" Type="http://schemas.openxmlformats.org/officeDocument/2006/relationships/image" Target="../media/image38.png"/><Relationship Id="rId57" Type="http://schemas.openxmlformats.org/officeDocument/2006/relationships/image" Target="../media/image44.png"/><Relationship Id="rId10" Type="http://schemas.openxmlformats.org/officeDocument/2006/relationships/image" Target="../media/image13.png"/><Relationship Id="rId31" Type="http://schemas.openxmlformats.org/officeDocument/2006/relationships/image" Target="../media/image25.png"/><Relationship Id="rId44" Type="http://schemas.openxmlformats.org/officeDocument/2006/relationships/image" Target="../media/image58.png"/><Relationship Id="rId52" Type="http://schemas.openxmlformats.org/officeDocument/2006/relationships/image" Target="../media/image40.png"/><Relationship Id="rId60" Type="http://schemas.openxmlformats.org/officeDocument/2006/relationships/image" Target="../media/image46.png"/><Relationship Id="rId65" Type="http://schemas.openxmlformats.org/officeDocument/2006/relationships/image" Target="../media/image51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72.png"/><Relationship Id="rId39" Type="http://schemas.openxmlformats.org/officeDocument/2006/relationships/image" Target="../media/image31.png"/><Relationship Id="rId34" Type="http://schemas.openxmlformats.org/officeDocument/2006/relationships/image" Target="../media/image27.png"/><Relationship Id="rId50" Type="http://schemas.openxmlformats.org/officeDocument/2006/relationships/image" Target="../media/image39.png"/><Relationship Id="rId55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1.png"/><Relationship Id="rId21" Type="http://schemas.openxmlformats.org/officeDocument/2006/relationships/image" Target="../media/image24.png"/><Relationship Id="rId34" Type="http://schemas.openxmlformats.org/officeDocument/2006/relationships/image" Target="../media/image31.png"/><Relationship Id="rId42" Type="http://schemas.openxmlformats.org/officeDocument/2006/relationships/image" Target="../media/image36.png"/><Relationship Id="rId47" Type="http://schemas.openxmlformats.org/officeDocument/2006/relationships/image" Target="../media/image40.png"/><Relationship Id="rId50" Type="http://schemas.openxmlformats.org/officeDocument/2006/relationships/image" Target="../media/image42.png"/><Relationship Id="rId55" Type="http://schemas.openxmlformats.org/officeDocument/2006/relationships/image" Target="../media/image46.png"/><Relationship Id="rId63" Type="http://schemas.openxmlformats.org/officeDocument/2006/relationships/image" Target="../media/image54.png"/><Relationship Id="rId7" Type="http://schemas.openxmlformats.org/officeDocument/2006/relationships/image" Target="../media/image65.pn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29" Type="http://schemas.openxmlformats.org/officeDocument/2006/relationships/image" Target="../media/image28.png"/><Relationship Id="rId11" Type="http://schemas.openxmlformats.org/officeDocument/2006/relationships/image" Target="../media/image14.png"/><Relationship Id="rId24" Type="http://schemas.openxmlformats.org/officeDocument/2006/relationships/image" Target="../media/image79.png"/><Relationship Id="rId32" Type="http://schemas.openxmlformats.org/officeDocument/2006/relationships/image" Target="../media/image30.png"/><Relationship Id="rId37" Type="http://schemas.openxmlformats.org/officeDocument/2006/relationships/image" Target="../media/image62.png"/><Relationship Id="rId40" Type="http://schemas.openxmlformats.org/officeDocument/2006/relationships/image" Target="../media/image34.png"/><Relationship Id="rId45" Type="http://schemas.openxmlformats.org/officeDocument/2006/relationships/image" Target="../media/image39.png"/><Relationship Id="rId53" Type="http://schemas.openxmlformats.org/officeDocument/2006/relationships/image" Target="../media/image60.png"/><Relationship Id="rId58" Type="http://schemas.openxmlformats.org/officeDocument/2006/relationships/image" Target="../media/image49.png"/><Relationship Id="rId5" Type="http://schemas.openxmlformats.org/officeDocument/2006/relationships/image" Target="../media/image9.png"/><Relationship Id="rId61" Type="http://schemas.openxmlformats.org/officeDocument/2006/relationships/image" Target="../media/image52.png"/><Relationship Id="rId19" Type="http://schemas.openxmlformats.org/officeDocument/2006/relationships/image" Target="../media/image22.png"/><Relationship Id="rId14" Type="http://schemas.openxmlformats.org/officeDocument/2006/relationships/image" Target="../media/image17.png"/><Relationship Id="rId22" Type="http://schemas.openxmlformats.org/officeDocument/2006/relationships/image" Target="../media/image70.png"/><Relationship Id="rId27" Type="http://schemas.openxmlformats.org/officeDocument/2006/relationships/image" Target="../media/image27.png"/><Relationship Id="rId30" Type="http://schemas.openxmlformats.org/officeDocument/2006/relationships/image" Target="../media/image72.png"/><Relationship Id="rId35" Type="http://schemas.openxmlformats.org/officeDocument/2006/relationships/image" Target="../media/image64.png"/><Relationship Id="rId43" Type="http://schemas.openxmlformats.org/officeDocument/2006/relationships/image" Target="../media/image37.png"/><Relationship Id="rId48" Type="http://schemas.openxmlformats.org/officeDocument/2006/relationships/image" Target="../media/image59.png"/><Relationship Id="rId56" Type="http://schemas.openxmlformats.org/officeDocument/2006/relationships/image" Target="../media/image47.png"/><Relationship Id="rId64" Type="http://schemas.openxmlformats.org/officeDocument/2006/relationships/image" Target="../media/image55.png"/><Relationship Id="rId8" Type="http://schemas.openxmlformats.org/officeDocument/2006/relationships/image" Target="../media/image67.png"/><Relationship Id="rId51" Type="http://schemas.openxmlformats.org/officeDocument/2006/relationships/image" Target="../media/image43.png"/><Relationship Id="rId3" Type="http://schemas.openxmlformats.org/officeDocument/2006/relationships/image" Target="../media/image61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6.png"/><Relationship Id="rId33" Type="http://schemas.openxmlformats.org/officeDocument/2006/relationships/image" Target="../media/image73.png"/><Relationship Id="rId38" Type="http://schemas.openxmlformats.org/officeDocument/2006/relationships/image" Target="../media/image33.png"/><Relationship Id="rId46" Type="http://schemas.openxmlformats.org/officeDocument/2006/relationships/image" Target="../media/image63.png"/><Relationship Id="rId59" Type="http://schemas.openxmlformats.org/officeDocument/2006/relationships/image" Target="../media/image50.png"/><Relationship Id="rId20" Type="http://schemas.openxmlformats.org/officeDocument/2006/relationships/image" Target="../media/image23.png"/><Relationship Id="rId41" Type="http://schemas.openxmlformats.org/officeDocument/2006/relationships/image" Target="../media/image35.png"/><Relationship Id="rId54" Type="http://schemas.openxmlformats.org/officeDocument/2006/relationships/image" Target="../media/image45.png"/><Relationship Id="rId6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5" Type="http://schemas.openxmlformats.org/officeDocument/2006/relationships/image" Target="../media/image18.png"/><Relationship Id="rId23" Type="http://schemas.openxmlformats.org/officeDocument/2006/relationships/image" Target="../media/image25.png"/><Relationship Id="rId28" Type="http://schemas.openxmlformats.org/officeDocument/2006/relationships/image" Target="../media/image80.png"/><Relationship Id="rId36" Type="http://schemas.openxmlformats.org/officeDocument/2006/relationships/image" Target="../media/image32.png"/><Relationship Id="rId49" Type="http://schemas.openxmlformats.org/officeDocument/2006/relationships/image" Target="../media/image41.png"/><Relationship Id="rId57" Type="http://schemas.openxmlformats.org/officeDocument/2006/relationships/image" Target="../media/image48.png"/><Relationship Id="rId10" Type="http://schemas.openxmlformats.org/officeDocument/2006/relationships/image" Target="../media/image13.png"/><Relationship Id="rId31" Type="http://schemas.openxmlformats.org/officeDocument/2006/relationships/image" Target="../media/image29.png"/><Relationship Id="rId44" Type="http://schemas.openxmlformats.org/officeDocument/2006/relationships/image" Target="../media/image38.png"/><Relationship Id="rId52" Type="http://schemas.openxmlformats.org/officeDocument/2006/relationships/image" Target="../media/image44.png"/><Relationship Id="rId60" Type="http://schemas.openxmlformats.org/officeDocument/2006/relationships/image" Target="../media/image51.png"/><Relationship Id="rId65" Type="http://schemas.openxmlformats.org/officeDocument/2006/relationships/image" Target="../media/image56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9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21" Type="http://schemas.openxmlformats.org/officeDocument/2006/relationships/image" Target="../media/image23.png"/><Relationship Id="rId34" Type="http://schemas.openxmlformats.org/officeDocument/2006/relationships/image" Target="../media/image73.png"/><Relationship Id="rId42" Type="http://schemas.openxmlformats.org/officeDocument/2006/relationships/image" Target="../media/image35.png"/><Relationship Id="rId47" Type="http://schemas.openxmlformats.org/officeDocument/2006/relationships/image" Target="../media/image63.png"/><Relationship Id="rId50" Type="http://schemas.openxmlformats.org/officeDocument/2006/relationships/image" Target="../media/image41.png"/><Relationship Id="rId55" Type="http://schemas.openxmlformats.org/officeDocument/2006/relationships/image" Target="../media/image45.png"/><Relationship Id="rId6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.png"/><Relationship Id="rId29" Type="http://schemas.openxmlformats.org/officeDocument/2006/relationships/image" Target="../media/image80.png"/><Relationship Id="rId11" Type="http://schemas.openxmlformats.org/officeDocument/2006/relationships/image" Target="../media/image13.png"/><Relationship Id="rId24" Type="http://schemas.openxmlformats.org/officeDocument/2006/relationships/image" Target="../media/image25.png"/><Relationship Id="rId32" Type="http://schemas.openxmlformats.org/officeDocument/2006/relationships/image" Target="../media/image29.png"/><Relationship Id="rId37" Type="http://schemas.openxmlformats.org/officeDocument/2006/relationships/image" Target="../media/image32.png"/><Relationship Id="rId40" Type="http://schemas.openxmlformats.org/officeDocument/2006/relationships/image" Target="../media/image58.png"/><Relationship Id="rId45" Type="http://schemas.openxmlformats.org/officeDocument/2006/relationships/image" Target="../media/image38.png"/><Relationship Id="rId53" Type="http://schemas.openxmlformats.org/officeDocument/2006/relationships/image" Target="../media/image44.png"/><Relationship Id="rId58" Type="http://schemas.openxmlformats.org/officeDocument/2006/relationships/image" Target="../media/image48.png"/><Relationship Id="rId66" Type="http://schemas.openxmlformats.org/officeDocument/2006/relationships/image" Target="../media/image56.png"/><Relationship Id="rId5" Type="http://schemas.openxmlformats.org/officeDocument/2006/relationships/image" Target="../media/image8.png"/><Relationship Id="rId61" Type="http://schemas.openxmlformats.org/officeDocument/2006/relationships/image" Target="../media/image51.png"/><Relationship Id="rId19" Type="http://schemas.openxmlformats.org/officeDocument/2006/relationships/image" Target="../media/image2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71.png"/><Relationship Id="rId30" Type="http://schemas.openxmlformats.org/officeDocument/2006/relationships/image" Target="../media/image28.png"/><Relationship Id="rId35" Type="http://schemas.openxmlformats.org/officeDocument/2006/relationships/image" Target="../media/image31.png"/><Relationship Id="rId43" Type="http://schemas.openxmlformats.org/officeDocument/2006/relationships/image" Target="../media/image36.png"/><Relationship Id="rId48" Type="http://schemas.openxmlformats.org/officeDocument/2006/relationships/image" Target="../media/image40.png"/><Relationship Id="rId56" Type="http://schemas.openxmlformats.org/officeDocument/2006/relationships/image" Target="../media/image46.png"/><Relationship Id="rId64" Type="http://schemas.openxmlformats.org/officeDocument/2006/relationships/image" Target="../media/image54.png"/><Relationship Id="rId8" Type="http://schemas.openxmlformats.org/officeDocument/2006/relationships/image" Target="../media/image65.png"/><Relationship Id="rId51" Type="http://schemas.openxmlformats.org/officeDocument/2006/relationships/image" Target="../media/image42.png"/><Relationship Id="rId3" Type="http://schemas.openxmlformats.org/officeDocument/2006/relationships/image" Target="../media/image7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79.png"/><Relationship Id="rId33" Type="http://schemas.openxmlformats.org/officeDocument/2006/relationships/image" Target="../media/image30.png"/><Relationship Id="rId38" Type="http://schemas.openxmlformats.org/officeDocument/2006/relationships/image" Target="../media/image62.png"/><Relationship Id="rId46" Type="http://schemas.openxmlformats.org/officeDocument/2006/relationships/image" Target="../media/image39.png"/><Relationship Id="rId59" Type="http://schemas.openxmlformats.org/officeDocument/2006/relationships/image" Target="../media/image49.png"/><Relationship Id="rId20" Type="http://schemas.openxmlformats.org/officeDocument/2006/relationships/image" Target="../media/image22.png"/><Relationship Id="rId41" Type="http://schemas.openxmlformats.org/officeDocument/2006/relationships/image" Target="../media/image34.png"/><Relationship Id="rId54" Type="http://schemas.openxmlformats.org/officeDocument/2006/relationships/image" Target="../media/image60.png"/><Relationship Id="rId6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5" Type="http://schemas.openxmlformats.org/officeDocument/2006/relationships/image" Target="../media/image17.png"/><Relationship Id="rId23" Type="http://schemas.openxmlformats.org/officeDocument/2006/relationships/image" Target="../media/image70.png"/><Relationship Id="rId28" Type="http://schemas.openxmlformats.org/officeDocument/2006/relationships/image" Target="../media/image27.png"/><Relationship Id="rId36" Type="http://schemas.openxmlformats.org/officeDocument/2006/relationships/image" Target="../media/image64.png"/><Relationship Id="rId49" Type="http://schemas.openxmlformats.org/officeDocument/2006/relationships/image" Target="../media/image59.png"/><Relationship Id="rId57" Type="http://schemas.openxmlformats.org/officeDocument/2006/relationships/image" Target="../media/image47.png"/><Relationship Id="rId10" Type="http://schemas.openxmlformats.org/officeDocument/2006/relationships/image" Target="../media/image12.png"/><Relationship Id="rId31" Type="http://schemas.openxmlformats.org/officeDocument/2006/relationships/image" Target="../media/image72.png"/><Relationship Id="rId44" Type="http://schemas.openxmlformats.org/officeDocument/2006/relationships/image" Target="../media/image37.png"/><Relationship Id="rId52" Type="http://schemas.openxmlformats.org/officeDocument/2006/relationships/image" Target="../media/image43.png"/><Relationship Id="rId60" Type="http://schemas.openxmlformats.org/officeDocument/2006/relationships/image" Target="../media/image50.png"/><Relationship Id="rId65" Type="http://schemas.openxmlformats.org/officeDocument/2006/relationships/image" Target="../media/image55.png"/><Relationship Id="rId4" Type="http://schemas.openxmlformats.org/officeDocument/2006/relationships/image" Target="../media/image61.png"/><Relationship Id="rId9" Type="http://schemas.openxmlformats.org/officeDocument/2006/relationships/image" Target="../media/image6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379847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3 and Appendix C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Tomasulo with Speculation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5382" y="2993314"/>
            <a:ext cx="6226549" cy="1097774"/>
          </a:xfrm>
          <a:prstGeom prst="rect">
            <a:avLst/>
          </a:prstGeom>
        </p:spPr>
        <p:txBody>
          <a:bodyPr vert="horz" wrap="square" lIns="0" tIns="71157" rIns="0" bIns="0" rtlCol="0">
            <a:spAutoFit/>
          </a:bodyPr>
          <a:lstStyle/>
          <a:p>
            <a:pPr marL="11206" marR="4483">
              <a:lnSpc>
                <a:spcPts val="4041"/>
              </a:lnSpc>
              <a:spcBef>
                <a:spcPts val="560"/>
              </a:spcBef>
            </a:pPr>
            <a:r>
              <a:rPr sz="3706" b="1" dirty="0">
                <a:latin typeface="Arial"/>
                <a:cs typeface="Arial"/>
              </a:rPr>
              <a:t>ADDING</a:t>
            </a:r>
            <a:r>
              <a:rPr sz="3706" b="1" spc="110" dirty="0">
                <a:latin typeface="Arial"/>
                <a:cs typeface="Arial"/>
              </a:rPr>
              <a:t> </a:t>
            </a:r>
            <a:r>
              <a:rPr sz="3706" b="1" dirty="0">
                <a:solidFill>
                  <a:srgbClr val="FF0000"/>
                </a:solidFill>
                <a:latin typeface="Arial"/>
                <a:cs typeface="Arial"/>
              </a:rPr>
              <a:t>SPECULATION</a:t>
            </a:r>
            <a:r>
              <a:rPr sz="3706" b="1" spc="11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706" b="1" spc="-22" dirty="0">
                <a:latin typeface="Arial"/>
                <a:cs typeface="Arial"/>
              </a:rPr>
              <a:t>TO </a:t>
            </a:r>
            <a:r>
              <a:rPr sz="3706" b="1" dirty="0">
                <a:latin typeface="Arial"/>
                <a:cs typeface="Arial"/>
              </a:rPr>
              <a:t>TOMASULO’S</a:t>
            </a:r>
            <a:r>
              <a:rPr sz="3706" b="1" spc="150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ALGORITHM</a:t>
            </a:r>
            <a:endParaRPr sz="3706" b="1" dirty="0">
              <a:latin typeface="Arial"/>
              <a:cs typeface="Arial"/>
            </a:endParaRPr>
          </a:p>
        </p:txBody>
      </p:sp>
      <p:sp>
        <p:nvSpPr>
          <p:cNvPr id="4" name="Slide Number Placeholder 191">
            <a:extLst>
              <a:ext uri="{FF2B5EF4-FFF2-40B4-BE49-F238E27FC236}">
                <a16:creationId xmlns:a16="http://schemas.microsoft.com/office/drawing/2014/main" id="{934C50A1-9334-7B1A-6DE8-CE7976BED99E}"/>
              </a:ext>
            </a:extLst>
          </p:cNvPr>
          <p:cNvSpPr txBox="1">
            <a:spLocks/>
          </p:cNvSpPr>
          <p:nvPr/>
        </p:nvSpPr>
        <p:spPr>
          <a:xfrm>
            <a:off x="8468139" y="6346231"/>
            <a:ext cx="399844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</a:t>
            </a:fld>
            <a:endParaRPr lang="en-US" spc="-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Speculation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spc="-40" dirty="0"/>
              <a:t> </a:t>
            </a:r>
            <a:r>
              <a:rPr b="0" dirty="0">
                <a:latin typeface="Calibri"/>
                <a:cs typeface="Calibri"/>
              </a:rPr>
              <a:t>Greater</a:t>
            </a:r>
            <a:r>
              <a:rPr spc="-35" dirty="0"/>
              <a:t> </a:t>
            </a:r>
            <a:r>
              <a:rPr spc="-22" dirty="0"/>
              <a:t>ILP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3857" y="1412816"/>
            <a:ext cx="7525014" cy="4934292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10646" marR="815271" algn="ctr">
              <a:lnSpc>
                <a:spcPct val="110000"/>
              </a:lnSpc>
              <a:spcBef>
                <a:spcPts val="353"/>
              </a:spcBef>
              <a:spcAft>
                <a:spcPts val="3000"/>
              </a:spcAft>
              <a:tabLst>
                <a:tab pos="278481" algn="l"/>
              </a:tabLst>
            </a:pP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400" i="1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Tomasulo,</a:t>
            </a:r>
            <a:r>
              <a:rPr sz="2400" i="1" u="sng" spc="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i="1" u="sng" spc="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preserve</a:t>
            </a:r>
            <a:r>
              <a:rPr sz="2400" i="1" u="sng" spc="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exception</a:t>
            </a:r>
            <a:r>
              <a:rPr sz="2400" i="1" u="sng" spc="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behavior,</a:t>
            </a:r>
            <a:r>
              <a:rPr sz="2400" i="1" u="sng" spc="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br>
              <a:rPr lang="en-US" sz="2400" i="1" u="sng" spc="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</a:br>
            <a:r>
              <a:rPr sz="2400" i="1" u="sng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2400" i="1" u="sng" spc="-22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instruction</a:t>
            </a:r>
            <a:r>
              <a:rPr sz="2400" i="1" u="sng" spc="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400" i="1" u="sng" spc="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allowed</a:t>
            </a:r>
            <a:r>
              <a:rPr sz="2400" i="1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i="1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initiate</a:t>
            </a:r>
            <a:r>
              <a:rPr sz="2400" i="1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execution</a:t>
            </a:r>
            <a:r>
              <a:rPr sz="2400" i="1" u="sng" spc="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br>
              <a:rPr lang="en-US" sz="2400" i="1" u="sng" spc="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</a:b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until</a:t>
            </a:r>
            <a:r>
              <a:rPr sz="2400" i="1" u="sng" spc="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</a:t>
            </a:r>
            <a:r>
              <a:rPr sz="2400" i="1" u="sng" spc="-22" dirty="0">
                <a:latin typeface="Calibri"/>
                <a:cs typeface="Calibri"/>
              </a:rPr>
              <a:t>l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preceding</a:t>
            </a:r>
            <a:r>
              <a:rPr sz="2400" i="1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branches</a:t>
            </a:r>
            <a:r>
              <a:rPr sz="2400" i="1" u="sng" spc="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have</a:t>
            </a:r>
            <a:r>
              <a:rPr sz="2400" i="1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completed.</a:t>
            </a:r>
            <a:endParaRPr sz="2400" dirty="0">
              <a:latin typeface="Calibri"/>
              <a:cs typeface="Calibri"/>
            </a:endParaRPr>
          </a:p>
          <a:p>
            <a:pPr marL="278481" marR="4483" indent="-26783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Greater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ILP: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Overcome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hardware </a:t>
            </a:r>
            <a:r>
              <a:rPr sz="2400" dirty="0">
                <a:latin typeface="Calibri"/>
                <a:cs typeface="Calibri"/>
              </a:rPr>
              <a:t>speculating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executing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guesses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correct</a:t>
            </a:r>
            <a:endParaRPr sz="2400" dirty="0">
              <a:latin typeface="Calibri"/>
              <a:cs typeface="Calibri"/>
            </a:endParaRPr>
          </a:p>
          <a:p>
            <a:pPr marL="651657" marR="585539" lvl="1" indent="-212363">
              <a:spcBef>
                <a:spcPts val="644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Speculation</a:t>
            </a:r>
            <a:r>
              <a:rPr sz="22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</a:t>
            </a:r>
            <a:r>
              <a:rPr sz="2200" spc="-44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fetch,</a:t>
            </a:r>
            <a:r>
              <a:rPr sz="22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issue,</a:t>
            </a:r>
            <a:r>
              <a:rPr sz="22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and</a:t>
            </a:r>
            <a:r>
              <a:rPr sz="22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execute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9" dirty="0">
                <a:latin typeface="Calibri"/>
                <a:cs typeface="Calibri"/>
              </a:rPr>
              <a:t> branch </a:t>
            </a:r>
            <a:r>
              <a:rPr sz="2200" dirty="0">
                <a:latin typeface="Calibri"/>
                <a:cs typeface="Calibri"/>
              </a:rPr>
              <a:t>predictions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always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correct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49"/>
              </a:spcBef>
              <a:spcAft>
                <a:spcPts val="1800"/>
              </a:spcAft>
              <a:buChar char="–"/>
              <a:tabLst>
                <a:tab pos="651657" algn="l"/>
              </a:tabLst>
            </a:pP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Dynamic</a:t>
            </a:r>
            <a:r>
              <a:rPr sz="2200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scheduling </a:t>
            </a:r>
            <a:r>
              <a:rPr sz="2200" dirty="0">
                <a:latin typeface="Symbol"/>
                <a:cs typeface="Symbol"/>
              </a:rPr>
              <a:t></a:t>
            </a:r>
            <a:r>
              <a:rPr sz="2200" spc="-44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only</a:t>
            </a:r>
            <a:r>
              <a:rPr sz="2200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fetches</a:t>
            </a:r>
            <a:r>
              <a:rPr sz="2200" spc="-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and</a:t>
            </a:r>
            <a:r>
              <a:rPr sz="22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issues</a:t>
            </a:r>
            <a:r>
              <a:rPr sz="2200" spc="-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endParaRPr sz="1677" dirty="0">
              <a:latin typeface="Calibri"/>
              <a:cs typeface="Calibri"/>
            </a:endParaRPr>
          </a:p>
          <a:p>
            <a:pPr marL="278481" marR="498688" indent="-267835"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Essentially,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a</a:t>
            </a:r>
            <a:r>
              <a:rPr sz="2400" spc="6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data</a:t>
            </a:r>
            <a:r>
              <a:rPr sz="2400" spc="6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flow</a:t>
            </a:r>
            <a:r>
              <a:rPr sz="2400" spc="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execution</a:t>
            </a:r>
            <a:r>
              <a:rPr sz="2400" spc="7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model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Operations </a:t>
            </a:r>
            <a:r>
              <a:rPr sz="2400" dirty="0">
                <a:latin typeface="Calibri"/>
                <a:cs typeface="Calibri"/>
              </a:rPr>
              <a:t>execute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soon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available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Slide Number Placeholder 191">
            <a:extLst>
              <a:ext uri="{FF2B5EF4-FFF2-40B4-BE49-F238E27FC236}">
                <a16:creationId xmlns:a16="http://schemas.microsoft.com/office/drawing/2014/main" id="{592EE66E-7E12-7170-16AD-D56D443E10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</a:t>
            </a:fld>
            <a:endParaRPr lang="en-US" spc="-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8383" y="1399564"/>
            <a:ext cx="7646504" cy="353022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spcAft>
                <a:spcPts val="1200"/>
              </a:spcAft>
              <a:tabLst>
                <a:tab pos="278481" algn="l"/>
              </a:tabLst>
            </a:pPr>
            <a:r>
              <a:rPr sz="2600" b="1" dirty="0">
                <a:latin typeface="Calibri"/>
                <a:cs typeface="Calibri"/>
              </a:rPr>
              <a:t>Three</a:t>
            </a:r>
            <a:r>
              <a:rPr sz="2600" b="1" spc="97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components</a:t>
            </a:r>
            <a:r>
              <a:rPr sz="2600" b="1" spc="97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93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HW-based</a:t>
            </a:r>
            <a:r>
              <a:rPr sz="2600" b="1" spc="97" dirty="0">
                <a:latin typeface="Calibri"/>
                <a:cs typeface="Calibri"/>
              </a:rPr>
              <a:t> </a:t>
            </a:r>
            <a:r>
              <a:rPr sz="2600" b="1" spc="-9" dirty="0">
                <a:latin typeface="Calibri"/>
                <a:cs typeface="Calibri"/>
              </a:rPr>
              <a:t>speculation:</a:t>
            </a:r>
            <a:endParaRPr sz="2600" dirty="0">
              <a:latin typeface="Calibri"/>
              <a:cs typeface="Calibri"/>
            </a:endParaRPr>
          </a:p>
          <a:p>
            <a:pPr marL="492525" marR="4483" indent="-481879">
              <a:spcAft>
                <a:spcPts val="600"/>
              </a:spcAft>
              <a:buAutoNum type="arabicPeriod"/>
              <a:tabLst>
                <a:tab pos="492525" algn="l"/>
              </a:tabLst>
            </a:pP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execute</a:t>
            </a:r>
            <a:endParaRPr sz="2400" dirty="0">
              <a:latin typeface="Calibri"/>
              <a:cs typeface="Calibri"/>
            </a:endParaRPr>
          </a:p>
          <a:p>
            <a:pPr marL="492525" marR="397830" indent="-481879">
              <a:spcBef>
                <a:spcPts val="719"/>
              </a:spcBef>
              <a:buAutoNum type="arabicPeriod"/>
              <a:tabLst>
                <a:tab pos="492525" algn="l"/>
              </a:tabLst>
            </a:pPr>
            <a:r>
              <a:rPr sz="2400" dirty="0">
                <a:latin typeface="Calibri"/>
                <a:cs typeface="Calibri"/>
              </a:rPr>
              <a:t>Speculation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execution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dependences</a:t>
            </a:r>
            <a:r>
              <a:rPr sz="2400" spc="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1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resolved</a:t>
            </a:r>
            <a:endParaRPr sz="2400" dirty="0">
              <a:latin typeface="Calibri"/>
              <a:cs typeface="Calibri"/>
            </a:endParaRPr>
          </a:p>
          <a:p>
            <a:pPr marL="517525">
              <a:spcBef>
                <a:spcPts val="387"/>
              </a:spcBef>
              <a:spcAft>
                <a:spcPts val="600"/>
              </a:spcAft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42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 Ability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undo</a:t>
            </a:r>
            <a:r>
              <a:rPr sz="2200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effects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incorrectly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speculated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sequence</a:t>
            </a:r>
            <a:endParaRPr sz="2200" dirty="0">
              <a:latin typeface="Calibri"/>
              <a:cs typeface="Calibri"/>
            </a:endParaRPr>
          </a:p>
          <a:p>
            <a:pPr marL="492525" marR="842727" indent="-481879">
              <a:spcBef>
                <a:spcPts val="855"/>
              </a:spcBef>
              <a:buAutoNum type="arabicPeriod" startAt="3"/>
              <a:tabLst>
                <a:tab pos="492525" algn="l"/>
              </a:tabLst>
            </a:pP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scheduling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deal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scheduling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combinations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revealed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runtime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72590" y="5492376"/>
            <a:ext cx="3703544" cy="857810"/>
            <a:chOff x="4463202" y="6224692"/>
            <a:chExt cx="4197350" cy="9721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6439" y="6297676"/>
              <a:ext cx="4123944" cy="899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63202" y="6224692"/>
              <a:ext cx="4109085" cy="882015"/>
            </a:xfrm>
            <a:custGeom>
              <a:avLst/>
              <a:gdLst/>
              <a:ahLst/>
              <a:cxnLst/>
              <a:rect l="l" t="t" r="r" b="b"/>
              <a:pathLst>
                <a:path w="4109084" h="882015">
                  <a:moveTo>
                    <a:pt x="4108530" y="0"/>
                  </a:moveTo>
                  <a:lnTo>
                    <a:pt x="0" y="0"/>
                  </a:lnTo>
                  <a:lnTo>
                    <a:pt x="0" y="881780"/>
                  </a:lnTo>
                  <a:lnTo>
                    <a:pt x="4108530" y="881780"/>
                  </a:lnTo>
                  <a:lnTo>
                    <a:pt x="41085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72591" y="5505628"/>
            <a:ext cx="3625663" cy="748168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24652" rIns="0" bIns="0" rtlCol="0">
            <a:spAutoFit/>
          </a:bodyPr>
          <a:lstStyle/>
          <a:p>
            <a:pPr marL="85169" marR="1291547">
              <a:lnSpc>
                <a:spcPct val="103499"/>
              </a:lnSpc>
              <a:spcBef>
                <a:spcPts val="193"/>
              </a:spcBef>
            </a:pP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speculatively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executing post-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branch</a:t>
            </a:r>
            <a:r>
              <a:rPr sz="150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instructions</a:t>
            </a:r>
            <a:endParaRPr lang="en-US" sz="1500" b="1" spc="-9" dirty="0">
              <a:solidFill>
                <a:srgbClr val="FF0000"/>
              </a:solidFill>
              <a:latin typeface="Arial"/>
              <a:cs typeface="Arial"/>
            </a:endParaRPr>
          </a:p>
          <a:p>
            <a:pPr marL="85169" marR="1291547">
              <a:lnSpc>
                <a:spcPct val="103499"/>
              </a:lnSpc>
              <a:spcBef>
                <a:spcPts val="193"/>
              </a:spcBef>
              <a:spcAft>
                <a:spcPts val="600"/>
              </a:spcAft>
            </a:pPr>
            <a:endParaRPr lang="en-US" sz="1500" b="1" spc="-9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BBF8719-76E5-2A8E-2804-BD5D9D2C6BA1}"/>
              </a:ext>
            </a:extLst>
          </p:cNvPr>
          <p:cNvSpPr txBox="1">
            <a:spLocks/>
          </p:cNvSpPr>
          <p:nvPr/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1206" defTabSz="914400">
              <a:spcBef>
                <a:spcPts val="88"/>
              </a:spcBef>
            </a:pPr>
            <a:r>
              <a:rPr lang="en-US" kern="0"/>
              <a:t>Speculation</a:t>
            </a:r>
            <a:r>
              <a:rPr lang="en-US" kern="0" spc="-44"/>
              <a:t> </a:t>
            </a:r>
            <a:r>
              <a:rPr lang="en-US" kern="0"/>
              <a:t>For</a:t>
            </a:r>
            <a:r>
              <a:rPr lang="en-US" kern="0" spc="-40"/>
              <a:t> </a:t>
            </a:r>
            <a:r>
              <a:rPr lang="en-US" kern="0"/>
              <a:t>Greater</a:t>
            </a:r>
            <a:r>
              <a:rPr lang="en-US" kern="0" spc="-35"/>
              <a:t> </a:t>
            </a:r>
            <a:r>
              <a:rPr lang="en-US" kern="0" spc="-22"/>
              <a:t>ILP</a:t>
            </a:r>
            <a:endParaRPr lang="en-US" kern="0" spc="-22" dirty="0"/>
          </a:p>
        </p:txBody>
      </p:sp>
      <p:sp>
        <p:nvSpPr>
          <p:cNvPr id="12" name="Slide Number Placeholder 191">
            <a:extLst>
              <a:ext uri="{FF2B5EF4-FFF2-40B4-BE49-F238E27FC236}">
                <a16:creationId xmlns:a16="http://schemas.microsoft.com/office/drawing/2014/main" id="{C891A171-A60A-20E4-EA45-3343FD8EE8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55596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Adding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Speculation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spc="-49" dirty="0"/>
              <a:t> </a:t>
            </a:r>
            <a:r>
              <a:rPr spc="-9" dirty="0"/>
              <a:t>Tomasulo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253792"/>
            <a:ext cx="7858539" cy="5136361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271197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Must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separate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execution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allowing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“commit”</a:t>
            </a:r>
            <a:endParaRPr sz="2400" dirty="0">
              <a:latin typeface="Calibri"/>
              <a:cs typeface="Calibri"/>
            </a:endParaRPr>
          </a:p>
          <a:p>
            <a:pPr marL="653338" marR="258870" lvl="1" indent="-214044">
              <a:spcBef>
                <a:spcPts val="754"/>
              </a:spcBef>
              <a:spcAft>
                <a:spcPts val="2400"/>
              </a:spcAft>
              <a:buChar char="–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additional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step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instruction</a:t>
            </a:r>
            <a:r>
              <a:rPr sz="2200" u="sng" spc="22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commit</a:t>
            </a:r>
            <a:r>
              <a:rPr sz="2200" dirty="0">
                <a:latin typeface="Calibri"/>
                <a:cs typeface="Calibri"/>
              </a:rPr>
              <a:t>;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occurs </a:t>
            </a:r>
            <a:r>
              <a:rPr sz="2200" dirty="0">
                <a:latin typeface="Calibri"/>
                <a:cs typeface="Calibri"/>
              </a:rPr>
              <a:t>whenever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prediction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confirmed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 </a:t>
            </a:r>
            <a:r>
              <a:rPr sz="2200" dirty="0">
                <a:latin typeface="Calibri"/>
                <a:cs typeface="Calibri"/>
              </a:rPr>
              <a:t>immediately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speculated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instructions.</a:t>
            </a:r>
            <a:endParaRPr sz="1853" dirty="0">
              <a:latin typeface="Calibri"/>
              <a:cs typeface="Calibri"/>
            </a:endParaRPr>
          </a:p>
          <a:p>
            <a:pPr marL="278481" marR="4483" indent="-267835">
              <a:spcAft>
                <a:spcPts val="24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longer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speculative,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register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memory.</a:t>
            </a:r>
            <a:endParaRPr sz="2400" dirty="0">
              <a:latin typeface="Calibri"/>
              <a:cs typeface="Calibri"/>
            </a:endParaRPr>
          </a:p>
          <a:p>
            <a:pPr marL="277360" marR="28576" indent="-266714" algn="just">
              <a:buFont typeface="Calibri"/>
              <a:buChar char="•"/>
              <a:tabLst>
                <a:tab pos="278481" algn="l"/>
              </a:tabLst>
            </a:pPr>
            <a:r>
              <a:rPr sz="2400" b="1" dirty="0">
                <a:latin typeface="Calibri"/>
                <a:cs typeface="Calibri"/>
              </a:rPr>
              <a:t>Requires</a:t>
            </a:r>
            <a:r>
              <a:rPr sz="2400" b="1" spc="62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additional</a:t>
            </a:r>
            <a:r>
              <a:rPr sz="2400" b="1" spc="5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62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buffers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hold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results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spc="-22" dirty="0">
                <a:latin typeface="Calibri"/>
                <a:cs typeface="Calibri"/>
              </a:rPr>
              <a:t>of 	</a:t>
            </a:r>
            <a:r>
              <a:rPr sz="2400" b="1" dirty="0">
                <a:latin typeface="Calibri"/>
                <a:cs typeface="Calibri"/>
              </a:rPr>
              <a:t>instructions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have</a:t>
            </a:r>
            <a:r>
              <a:rPr sz="2400" b="1" spc="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finished</a:t>
            </a:r>
            <a:r>
              <a:rPr sz="2400" b="1" spc="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execution</a:t>
            </a:r>
            <a:r>
              <a:rPr sz="2400" b="1" spc="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but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have</a:t>
            </a:r>
            <a:r>
              <a:rPr sz="2400" b="1" spc="79" dirty="0">
                <a:latin typeface="Calibri"/>
                <a:cs typeface="Calibri"/>
              </a:rPr>
              <a:t> </a:t>
            </a:r>
            <a:r>
              <a:rPr sz="2400" b="1" spc="-22" dirty="0">
                <a:latin typeface="Calibri"/>
                <a:cs typeface="Calibri"/>
              </a:rPr>
              <a:t>not 	</a:t>
            </a:r>
            <a:r>
              <a:rPr sz="2400" b="1" spc="-9" dirty="0">
                <a:latin typeface="Calibri"/>
                <a:cs typeface="Calibri"/>
              </a:rPr>
              <a:t>committed.</a:t>
            </a:r>
            <a:endParaRPr sz="2400" dirty="0">
              <a:latin typeface="Calibri"/>
              <a:cs typeface="Calibri"/>
            </a:endParaRPr>
          </a:p>
          <a:p>
            <a:pPr marL="653338" marR="299213" lvl="1" indent="-214044" algn="just">
              <a:spcBef>
                <a:spcPts val="666"/>
              </a:spcBef>
              <a:buChar char="–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reorder</a:t>
            </a:r>
            <a:r>
              <a:rPr sz="2200" u="sng" spc="1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buffer</a:t>
            </a:r>
            <a:r>
              <a:rPr sz="2200" u="sng" spc="1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(ROB)</a:t>
            </a:r>
            <a:r>
              <a:rPr sz="2200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results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among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speculated.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191">
            <a:extLst>
              <a:ext uri="{FF2B5EF4-FFF2-40B4-BE49-F238E27FC236}">
                <a16:creationId xmlns:a16="http://schemas.microsoft.com/office/drawing/2014/main" id="{891A0C16-9AC4-D4AE-18F9-A760C481B4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Reorder</a:t>
            </a:r>
            <a:r>
              <a:rPr spc="-71" dirty="0"/>
              <a:t> </a:t>
            </a:r>
            <a:r>
              <a:rPr b="0" dirty="0">
                <a:latin typeface="Calibri"/>
                <a:cs typeface="Calibri"/>
              </a:rPr>
              <a:t>Buffer</a:t>
            </a:r>
            <a:r>
              <a:rPr spc="-66" dirty="0"/>
              <a:t> </a:t>
            </a:r>
            <a:r>
              <a:rPr spc="-9" dirty="0"/>
              <a:t>(ROB)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240541"/>
            <a:ext cx="8176591" cy="5590369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382701" indent="-267835">
              <a:spcBef>
                <a:spcPts val="353"/>
              </a:spcBef>
              <a:spcAft>
                <a:spcPts val="18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Tomasulo’s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once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its </a:t>
            </a:r>
            <a:r>
              <a:rPr sz="2400" dirty="0">
                <a:latin typeface="Calibri"/>
                <a:cs typeface="Calibri"/>
              </a:rPr>
              <a:t>result,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subsequently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issued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find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register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file</a:t>
            </a:r>
            <a:endParaRPr sz="2206" dirty="0">
              <a:latin typeface="Calibri"/>
              <a:cs typeface="Calibri"/>
            </a:endParaRPr>
          </a:p>
          <a:p>
            <a:pPr marL="278481" marR="4483" indent="-26783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speculation,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register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115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commits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397"/>
              </a:spcBef>
              <a:spcAft>
                <a:spcPts val="1800"/>
              </a:spcAft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sure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executed)</a:t>
            </a:r>
            <a:endParaRPr sz="1677" dirty="0">
              <a:latin typeface="Calibri"/>
              <a:cs typeface="Calibri"/>
            </a:endParaRPr>
          </a:p>
          <a:p>
            <a:pPr marL="277360" marR="695922" indent="-266714" algn="just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ROB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supplies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interval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between 	</a:t>
            </a:r>
            <a:r>
              <a:rPr sz="2400" dirty="0">
                <a:latin typeface="Calibri"/>
                <a:cs typeface="Calibri"/>
              </a:rPr>
              <a:t>completion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execution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 	commit</a:t>
            </a:r>
            <a:endParaRPr sz="2400" dirty="0">
              <a:latin typeface="Calibri"/>
              <a:cs typeface="Calibri"/>
            </a:endParaRPr>
          </a:p>
          <a:p>
            <a:pPr marL="651657" marR="38102" lvl="1" indent="-212363">
              <a:spcBef>
                <a:spcPts val="715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ROB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source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operands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reservation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stations </a:t>
            </a:r>
            <a:r>
              <a:rPr sz="2200" dirty="0">
                <a:latin typeface="Calibri"/>
                <a:cs typeface="Calibri"/>
              </a:rPr>
              <a:t>(RS)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 operands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 Tomasulo’s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algorithm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454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ROB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extends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architectured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registers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reservation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stations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did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191">
            <a:extLst>
              <a:ext uri="{FF2B5EF4-FFF2-40B4-BE49-F238E27FC236}">
                <a16:creationId xmlns:a16="http://schemas.microsoft.com/office/drawing/2014/main" id="{8080B818-B337-F557-3A9F-1ABD49FC1B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4887" y="5988422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Reorder</a:t>
            </a:r>
            <a:r>
              <a:rPr spc="-66" dirty="0"/>
              <a:t> </a:t>
            </a:r>
            <a:r>
              <a:rPr b="0" dirty="0">
                <a:latin typeface="Calibri"/>
                <a:cs typeface="Calibri"/>
              </a:rPr>
              <a:t>Buffer</a:t>
            </a:r>
            <a:r>
              <a:rPr spc="-62" dirty="0"/>
              <a:t> </a:t>
            </a:r>
            <a:r>
              <a:rPr b="0" dirty="0">
                <a:latin typeface="Calibri"/>
                <a:cs typeface="Calibri"/>
              </a:rPr>
              <a:t>Entry</a:t>
            </a:r>
            <a:r>
              <a:rPr spc="-62" dirty="0"/>
              <a:t> </a:t>
            </a:r>
            <a:r>
              <a:rPr spc="-9" dirty="0"/>
              <a:t>Fields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5129" y="1280296"/>
            <a:ext cx="8136835" cy="557694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78481" algn="l"/>
              </a:tabLst>
            </a:pPr>
            <a:r>
              <a:rPr sz="2600" b="1" dirty="0">
                <a:latin typeface="Calibri"/>
                <a:cs typeface="Calibri"/>
              </a:rPr>
              <a:t>Each</a:t>
            </a:r>
            <a:r>
              <a:rPr sz="2600" b="1" spc="49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entry</a:t>
            </a:r>
            <a:r>
              <a:rPr sz="2600" b="1" spc="53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in</a:t>
            </a:r>
            <a:r>
              <a:rPr sz="2600" b="1" spc="49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57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ROB</a:t>
            </a:r>
            <a:r>
              <a:rPr sz="2600" b="1" spc="44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contains</a:t>
            </a:r>
            <a:r>
              <a:rPr sz="2600" b="1" spc="49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four</a:t>
            </a:r>
            <a:r>
              <a:rPr sz="2600" b="1" spc="49" dirty="0">
                <a:latin typeface="Calibri"/>
                <a:cs typeface="Calibri"/>
              </a:rPr>
              <a:t> </a:t>
            </a:r>
            <a:r>
              <a:rPr sz="2600" b="1" spc="-9" dirty="0">
                <a:latin typeface="Calibri"/>
                <a:cs typeface="Calibri"/>
              </a:rPr>
              <a:t>fields:</a:t>
            </a:r>
            <a:endParaRPr sz="2600" b="1" dirty="0">
              <a:latin typeface="Calibri"/>
              <a:cs typeface="Calibri"/>
            </a:endParaRPr>
          </a:p>
          <a:p>
            <a:pPr marL="396875" indent="-396875">
              <a:spcBef>
                <a:spcPts val="1200"/>
              </a:spcBef>
              <a:buAutoNum type="arabicPeriod"/>
              <a:tabLst>
                <a:tab pos="225425" algn="l"/>
                <a:tab pos="622300" algn="l"/>
                <a:tab pos="688975" algn="l"/>
              </a:tabLst>
            </a:pP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Instruction</a:t>
            </a:r>
            <a:r>
              <a:rPr sz="2400" spc="1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3366FF"/>
                </a:solidFill>
                <a:latin typeface="Calibri"/>
                <a:cs typeface="Calibri"/>
              </a:rPr>
              <a:t>type</a:t>
            </a:r>
            <a:endParaRPr sz="2400" dirty="0">
              <a:latin typeface="Calibri"/>
              <a:cs typeface="Calibri"/>
            </a:endParaRPr>
          </a:p>
          <a:p>
            <a:pPr marL="653338" marR="294730" lvl="1" indent="-214044">
              <a:spcBef>
                <a:spcPts val="750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A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branch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(has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destination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result),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store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(has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memory </a:t>
            </a:r>
            <a:r>
              <a:rPr sz="2100" dirty="0">
                <a:latin typeface="Calibri"/>
                <a:cs typeface="Calibri"/>
              </a:rPr>
              <a:t>address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destination),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register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operation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(ALU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operation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or </a:t>
            </a:r>
            <a:r>
              <a:rPr sz="2100" dirty="0">
                <a:latin typeface="Calibri"/>
                <a:cs typeface="Calibri"/>
              </a:rPr>
              <a:t>load,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each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which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register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destination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9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writeback)</a:t>
            </a:r>
            <a:endParaRPr sz="2100" dirty="0">
              <a:latin typeface="Calibri"/>
              <a:cs typeface="Calibri"/>
            </a:endParaRPr>
          </a:p>
          <a:p>
            <a:pPr marL="396875" indent="-344488">
              <a:spcBef>
                <a:spcPts val="490"/>
              </a:spcBef>
              <a:buAutoNum type="arabicPeriod"/>
              <a:tabLst>
                <a:tab pos="492525" algn="l"/>
              </a:tabLst>
            </a:pPr>
            <a:r>
              <a:rPr sz="2400" spc="-9" dirty="0">
                <a:solidFill>
                  <a:srgbClr val="3366FF"/>
                </a:solidFill>
                <a:latin typeface="Calibri"/>
                <a:cs typeface="Calibri"/>
              </a:rPr>
              <a:t>Destination</a:t>
            </a:r>
            <a:endParaRPr sz="2400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2100" dirty="0">
                <a:latin typeface="Calibri"/>
                <a:cs typeface="Calibri"/>
              </a:rPr>
              <a:t>Register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number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(for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loads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ALU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operations)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or</a:t>
            </a:r>
            <a:r>
              <a:rPr lang="en-US" sz="2100" spc="-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memory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address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(for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stores)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-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where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instruction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result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should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written</a:t>
            </a:r>
            <a:endParaRPr sz="2100" dirty="0">
              <a:latin typeface="Calibri"/>
              <a:cs typeface="Calibri"/>
            </a:endParaRPr>
          </a:p>
          <a:p>
            <a:pPr marL="396875" indent="-385763">
              <a:spcBef>
                <a:spcPts val="481"/>
              </a:spcBef>
              <a:buAutoNum type="arabicPeriod" startAt="3"/>
              <a:tabLst>
                <a:tab pos="492525" algn="l"/>
              </a:tabLst>
            </a:pPr>
            <a:r>
              <a:rPr sz="2400" spc="-9" dirty="0">
                <a:solidFill>
                  <a:srgbClr val="3366FF"/>
                </a:solidFill>
                <a:latin typeface="Calibri"/>
                <a:cs typeface="Calibri"/>
              </a:rPr>
              <a:t>Value</a:t>
            </a:r>
            <a:endParaRPr sz="2400" dirty="0">
              <a:latin typeface="Calibri"/>
              <a:cs typeface="Calibri"/>
            </a:endParaRPr>
          </a:p>
          <a:p>
            <a:pPr marL="653338" marR="794539" lvl="1" indent="-214044">
              <a:spcBef>
                <a:spcPts val="789"/>
              </a:spcBef>
              <a:buChar char="–"/>
              <a:tabLst>
                <a:tab pos="653338" algn="l"/>
              </a:tabLst>
            </a:pP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Value</a:t>
            </a:r>
            <a:r>
              <a:rPr sz="2100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100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instruction</a:t>
            </a:r>
            <a:r>
              <a:rPr sz="2100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result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being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held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until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instruction commits</a:t>
            </a:r>
            <a:endParaRPr sz="2100" dirty="0">
              <a:latin typeface="Calibri"/>
              <a:cs typeface="Calibri"/>
            </a:endParaRPr>
          </a:p>
          <a:p>
            <a:pPr marL="396875" indent="-385763">
              <a:spcBef>
                <a:spcPts val="481"/>
              </a:spcBef>
              <a:buAutoNum type="arabicPeriod" startAt="3"/>
              <a:tabLst>
                <a:tab pos="492525" algn="l"/>
              </a:tabLst>
            </a:pPr>
            <a:r>
              <a:rPr lang="en-US" sz="2400" spc="-9" dirty="0">
                <a:solidFill>
                  <a:srgbClr val="3366FF"/>
                </a:solidFill>
                <a:latin typeface="Calibri"/>
                <a:cs typeface="Calibri"/>
              </a:rPr>
              <a:t>Ready</a:t>
            </a:r>
            <a:endParaRPr sz="2400" dirty="0">
              <a:latin typeface="Calibri"/>
              <a:cs typeface="Calibri"/>
            </a:endParaRPr>
          </a:p>
          <a:p>
            <a:pPr marL="653338" marR="4483" lvl="1" indent="-214044">
              <a:spcBef>
                <a:spcPts val="860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Indicates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instruction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completed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execution,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4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value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ready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once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instruction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commits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Slide Number Placeholder 191">
            <a:extLst>
              <a:ext uri="{FF2B5EF4-FFF2-40B4-BE49-F238E27FC236}">
                <a16:creationId xmlns:a16="http://schemas.microsoft.com/office/drawing/2014/main" id="{630786C9-BCA9-5A44-6331-CD10D4653F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8" y="6506817"/>
            <a:ext cx="463825" cy="31518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Reorder</a:t>
            </a:r>
            <a:r>
              <a:rPr spc="-71" dirty="0"/>
              <a:t> </a:t>
            </a:r>
            <a:r>
              <a:rPr b="0" dirty="0">
                <a:latin typeface="Calibri"/>
                <a:cs typeface="Calibri"/>
              </a:rPr>
              <a:t>Buffer</a:t>
            </a:r>
            <a:r>
              <a:rPr spc="-66" dirty="0"/>
              <a:t> </a:t>
            </a:r>
            <a:r>
              <a:rPr spc="-9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5130" y="1252817"/>
            <a:ext cx="6824356" cy="2439020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7921" indent="-266714" algn="just">
              <a:spcBef>
                <a:spcPts val="618"/>
              </a:spcBef>
              <a:buChar char="•"/>
              <a:tabLst>
                <a:tab pos="277921" algn="l"/>
              </a:tabLst>
            </a:pPr>
            <a:r>
              <a:rPr sz="2206" dirty="0">
                <a:latin typeface="Calibri"/>
                <a:cs typeface="Calibri"/>
              </a:rPr>
              <a:t>Holds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instructions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FIFO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order,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exactly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as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spc="-9" dirty="0">
                <a:latin typeface="Calibri"/>
                <a:cs typeface="Calibri"/>
              </a:rPr>
              <a:t>issued</a:t>
            </a:r>
            <a:endParaRPr sz="2206" dirty="0">
              <a:latin typeface="Calibri"/>
              <a:cs typeface="Calibri"/>
            </a:endParaRPr>
          </a:p>
          <a:p>
            <a:pPr marL="277921" indent="-266714" algn="just">
              <a:spcBef>
                <a:spcPts val="529"/>
              </a:spcBef>
              <a:buChar char="•"/>
              <a:tabLst>
                <a:tab pos="277921" algn="l"/>
              </a:tabLst>
            </a:pPr>
            <a:r>
              <a:rPr sz="2206" dirty="0">
                <a:latin typeface="Calibri"/>
                <a:cs typeface="Calibri"/>
              </a:rPr>
              <a:t>When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instructions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complete,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results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placed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into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ROB</a:t>
            </a:r>
            <a:endParaRPr sz="2206" dirty="0">
              <a:latin typeface="Calibri"/>
              <a:cs typeface="Calibri"/>
            </a:endParaRPr>
          </a:p>
          <a:p>
            <a:pPr marL="653338" marR="256068" lvl="1" indent="-214044" algn="just">
              <a:lnSpc>
                <a:spcPct val="89000"/>
              </a:lnSpc>
              <a:spcBef>
                <a:spcPts val="768"/>
              </a:spcBef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Supplies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operands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other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instruction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between</a:t>
            </a:r>
            <a:r>
              <a:rPr sz="1853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execution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complete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&amp;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commit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Symbol"/>
                <a:cs typeface="Symbol"/>
              </a:rPr>
              <a:t></a:t>
            </a:r>
            <a:r>
              <a:rPr sz="1853" spc="-18" dirty="0">
                <a:latin typeface="Times New Roman"/>
                <a:cs typeface="Times New Roman"/>
              </a:rPr>
              <a:t> </a:t>
            </a:r>
            <a:r>
              <a:rPr sz="1853" dirty="0">
                <a:latin typeface="Calibri"/>
                <a:cs typeface="Calibri"/>
              </a:rPr>
              <a:t>more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registers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like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RSs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(reservation stations)</a:t>
            </a:r>
            <a:endParaRPr sz="1853" dirty="0">
              <a:latin typeface="Calibri"/>
              <a:cs typeface="Calibri"/>
            </a:endParaRPr>
          </a:p>
          <a:p>
            <a:pPr marL="652777" lvl="1" indent="-213483" algn="just">
              <a:spcBef>
                <a:spcPts val="529"/>
              </a:spcBef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Tag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results</a:t>
            </a:r>
            <a:r>
              <a:rPr sz="1853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with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ROB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buffer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number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instead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number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51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Instructions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commit</a:t>
            </a:r>
            <a:r>
              <a:rPr sz="2206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Symbol"/>
                <a:cs typeface="Symbol"/>
              </a:rPr>
              <a:t>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values</a:t>
            </a:r>
            <a:r>
              <a:rPr sz="2206" spc="6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at</a:t>
            </a:r>
            <a:r>
              <a:rPr sz="2206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head</a:t>
            </a:r>
            <a:r>
              <a:rPr sz="2206" spc="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of</a:t>
            </a:r>
            <a:r>
              <a:rPr sz="2206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ROB</a:t>
            </a:r>
            <a:r>
              <a:rPr sz="2206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placed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in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5130" y="3549575"/>
            <a:ext cx="4241961" cy="2178093"/>
          </a:xfrm>
          <a:prstGeom prst="rect">
            <a:avLst/>
          </a:prstGeom>
        </p:spPr>
        <p:txBody>
          <a:bodyPr vert="horz" wrap="square" lIns="0" tIns="89087" rIns="0" bIns="0" rtlCol="0">
            <a:spAutoFit/>
          </a:bodyPr>
          <a:lstStyle/>
          <a:p>
            <a:pPr marL="278481">
              <a:spcBef>
                <a:spcPts val="702"/>
              </a:spcBef>
            </a:pPr>
            <a:r>
              <a:rPr sz="2206" dirty="0">
                <a:latin typeface="Calibri"/>
                <a:cs typeface="Calibri"/>
              </a:rPr>
              <a:t>registers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(or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memory)</a:t>
            </a:r>
            <a:endParaRPr sz="2206" dirty="0">
              <a:latin typeface="Calibri"/>
              <a:cs typeface="Calibri"/>
            </a:endParaRPr>
          </a:p>
          <a:p>
            <a:pPr marL="278481" marR="719456" indent="-267835">
              <a:lnSpc>
                <a:spcPct val="91200"/>
              </a:lnSpc>
              <a:spcBef>
                <a:spcPts val="847"/>
              </a:spcBef>
              <a:spcAft>
                <a:spcPts val="1200"/>
              </a:spcAft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As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result,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easy</a:t>
            </a:r>
            <a:r>
              <a:rPr sz="2206" spc="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2206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18" dirty="0">
                <a:solidFill>
                  <a:srgbClr val="3366FF"/>
                </a:solidFill>
                <a:latin typeface="Calibri"/>
                <a:cs typeface="Calibri"/>
              </a:rPr>
              <a:t>undo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speculated</a:t>
            </a:r>
            <a:r>
              <a:rPr sz="2206" spc="10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3366FF"/>
                </a:solidFill>
                <a:latin typeface="Calibri"/>
                <a:cs typeface="Calibri"/>
              </a:rPr>
              <a:t>instructions</a:t>
            </a:r>
            <a:br>
              <a:rPr lang="en-US" sz="2206" spc="552" dirty="0">
                <a:solidFill>
                  <a:srgbClr val="3366FF"/>
                </a:solidFill>
                <a:latin typeface="Calibri"/>
                <a:cs typeface="Calibri"/>
              </a:rPr>
            </a:br>
            <a:r>
              <a:rPr sz="2206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on</a:t>
            </a:r>
            <a:r>
              <a:rPr sz="2206" u="heavy" spc="9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mispredicted</a:t>
            </a:r>
            <a:r>
              <a:rPr sz="2206" u="heavy" spc="9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branches</a:t>
            </a:r>
            <a:r>
              <a:rPr sz="2206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or</a:t>
            </a:r>
            <a:r>
              <a:rPr sz="2206" u="heavy" spc="3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on</a:t>
            </a:r>
            <a:r>
              <a:rPr sz="2206" u="heavy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exceptions</a:t>
            </a:r>
            <a:endParaRPr sz="2206" dirty="0">
              <a:latin typeface="Calibri"/>
              <a:cs typeface="Calibri"/>
            </a:endParaRPr>
          </a:p>
          <a:p>
            <a:pPr marL="935741">
              <a:lnSpc>
                <a:spcPts val="1950"/>
              </a:lnSpc>
            </a:pPr>
            <a:r>
              <a:rPr sz="1677" b="1" dirty="0">
                <a:latin typeface="Times New Roman"/>
                <a:cs typeface="Times New Roman"/>
              </a:rPr>
              <a:t>Commit</a:t>
            </a:r>
            <a:r>
              <a:rPr sz="1677" b="1" spc="-18" dirty="0">
                <a:latin typeface="Times New Roman"/>
                <a:cs typeface="Times New Roman"/>
              </a:rPr>
              <a:t> </a:t>
            </a:r>
            <a:r>
              <a:rPr sz="1677" b="1" dirty="0">
                <a:latin typeface="Times New Roman"/>
                <a:cs typeface="Times New Roman"/>
              </a:rPr>
              <a:t>path</a:t>
            </a:r>
            <a:r>
              <a:rPr sz="1677" b="1" spc="-18" dirty="0">
                <a:latin typeface="Times New Roman"/>
                <a:cs typeface="Times New Roman"/>
              </a:rPr>
              <a:t> </a:t>
            </a:r>
            <a:r>
              <a:rPr sz="1677" b="1" dirty="0">
                <a:latin typeface="Times New Roman"/>
                <a:cs typeface="Times New Roman"/>
              </a:rPr>
              <a:t>from</a:t>
            </a:r>
            <a:r>
              <a:rPr sz="1677" b="1" spc="-13" dirty="0">
                <a:latin typeface="Times New Roman"/>
                <a:cs typeface="Times New Roman"/>
              </a:rPr>
              <a:t> </a:t>
            </a:r>
            <a:r>
              <a:rPr sz="1677" b="1" dirty="0">
                <a:latin typeface="Times New Roman"/>
                <a:cs typeface="Times New Roman"/>
              </a:rPr>
              <a:t>head</a:t>
            </a:r>
            <a:r>
              <a:rPr sz="1677" b="1" spc="-18" dirty="0">
                <a:latin typeface="Times New Roman"/>
                <a:cs typeface="Times New Roman"/>
              </a:rPr>
              <a:t> </a:t>
            </a:r>
            <a:r>
              <a:rPr sz="1677" b="1" dirty="0">
                <a:latin typeface="Times New Roman"/>
                <a:cs typeface="Times New Roman"/>
              </a:rPr>
              <a:t>of</a:t>
            </a:r>
            <a:r>
              <a:rPr sz="1677" b="1" spc="-18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buffer</a:t>
            </a:r>
            <a:endParaRPr sz="1677" dirty="0">
              <a:latin typeface="Times New Roman"/>
              <a:cs typeface="Times New Roman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B4EA8F-66FC-EB7B-003E-0EB9CE812AC1}"/>
              </a:ext>
            </a:extLst>
          </p:cNvPr>
          <p:cNvGrpSpPr/>
          <p:nvPr/>
        </p:nvGrpSpPr>
        <p:grpSpPr>
          <a:xfrm>
            <a:off x="4643345" y="3726470"/>
            <a:ext cx="3496235" cy="2865904"/>
            <a:chOff x="4643345" y="3554194"/>
            <a:chExt cx="3496235" cy="2865904"/>
          </a:xfrm>
        </p:grpSpPr>
        <p:sp>
          <p:nvSpPr>
            <p:cNvPr id="4" name="object 4"/>
            <p:cNvSpPr txBox="1"/>
            <p:nvPr/>
          </p:nvSpPr>
          <p:spPr>
            <a:xfrm>
              <a:off x="6364300" y="3742304"/>
              <a:ext cx="1402976" cy="636396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129988" rIns="0" bIns="0" rtlCol="0">
              <a:spAutoFit/>
            </a:bodyPr>
            <a:lstStyle/>
            <a:p>
              <a:pPr marL="417441" marR="308739" indent="-103099">
                <a:lnSpc>
                  <a:spcPct val="101099"/>
                </a:lnSpc>
                <a:spcBef>
                  <a:spcPts val="1024"/>
                </a:spcBef>
              </a:pPr>
              <a:r>
                <a:rPr sz="1677" spc="-9" dirty="0">
                  <a:latin typeface="Arial MT"/>
                  <a:cs typeface="Arial MT"/>
                </a:rPr>
                <a:t>Reorder Buffer</a:t>
              </a:r>
              <a:endParaRPr sz="1677" dirty="0">
                <a:latin typeface="Arial MT"/>
                <a:cs typeface="Arial M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080326" y="4133901"/>
              <a:ext cx="642097" cy="905995"/>
            </a:xfrm>
            <a:custGeom>
              <a:avLst/>
              <a:gdLst/>
              <a:ahLst/>
              <a:cxnLst/>
              <a:rect l="l" t="t" r="r" b="b"/>
              <a:pathLst>
                <a:path w="727710" h="1026795">
                  <a:moveTo>
                    <a:pt x="0" y="0"/>
                  </a:moveTo>
                  <a:lnTo>
                    <a:pt x="727584" y="0"/>
                  </a:lnTo>
                  <a:lnTo>
                    <a:pt x="727584" y="1026310"/>
                  </a:lnTo>
                  <a:lnTo>
                    <a:pt x="0" y="1026310"/>
                  </a:lnTo>
                  <a:lnTo>
                    <a:pt x="0" y="0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247365" y="4178898"/>
              <a:ext cx="308162" cy="527482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6810">
                <a:spcBef>
                  <a:spcPts val="88"/>
                </a:spcBef>
              </a:pPr>
              <a:r>
                <a:rPr sz="1677" spc="-22" dirty="0">
                  <a:latin typeface="Arial MT"/>
                  <a:cs typeface="Arial MT"/>
                </a:rPr>
                <a:t>FP</a:t>
              </a:r>
              <a:endParaRPr sz="1677">
                <a:latin typeface="Arial MT"/>
                <a:cs typeface="Arial MT"/>
              </a:endParaRPr>
            </a:p>
            <a:p>
              <a:pPr marL="11206">
                <a:spcBef>
                  <a:spcPts val="22"/>
                </a:spcBef>
              </a:pPr>
              <a:r>
                <a:rPr sz="1677" spc="-22" dirty="0">
                  <a:latin typeface="Arial MT"/>
                  <a:cs typeface="Arial MT"/>
                </a:rPr>
                <a:t>Op</a:t>
              </a:r>
              <a:endParaRPr sz="1677">
                <a:latin typeface="Arial MT"/>
                <a:cs typeface="Arial MT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5069065" y="4695265"/>
              <a:ext cx="664509" cy="26939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77" spc="-9" dirty="0">
                  <a:latin typeface="Arial MT"/>
                  <a:cs typeface="Arial MT"/>
                </a:rPr>
                <a:t>Queue</a:t>
              </a:r>
              <a:endParaRPr sz="1677">
                <a:latin typeface="Arial MT"/>
                <a:cs typeface="Arial M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950850" y="5925459"/>
              <a:ext cx="896471" cy="193258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65"/>
                </a:lnSpc>
              </a:pPr>
              <a:r>
                <a:rPr sz="1677" dirty="0">
                  <a:latin typeface="Arial MT"/>
                  <a:cs typeface="Arial MT"/>
                </a:rPr>
                <a:t>FP</a:t>
              </a:r>
              <a:r>
                <a:rPr sz="1677" spc="-115" dirty="0">
                  <a:latin typeface="Arial MT"/>
                  <a:cs typeface="Arial MT"/>
                </a:rPr>
                <a:t> </a:t>
              </a:r>
              <a:r>
                <a:rPr sz="1677" spc="-9" dirty="0">
                  <a:latin typeface="Arial MT"/>
                  <a:cs typeface="Arial MT"/>
                </a:rPr>
                <a:t>Adder</a:t>
              </a:r>
              <a:endParaRPr sz="1677" dirty="0">
                <a:latin typeface="Arial MT"/>
                <a:cs typeface="Arial M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97823" y="5925459"/>
              <a:ext cx="988919" cy="205184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241">
                <a:lnSpc>
                  <a:spcPts val="1645"/>
                </a:lnSpc>
              </a:pPr>
              <a:r>
                <a:rPr sz="1677" dirty="0">
                  <a:latin typeface="Arial MT"/>
                  <a:cs typeface="Arial MT"/>
                </a:rPr>
                <a:t>FP</a:t>
              </a:r>
              <a:r>
                <a:rPr sz="1677" spc="-22" dirty="0">
                  <a:latin typeface="Arial MT"/>
                  <a:cs typeface="Arial MT"/>
                </a:rPr>
                <a:t> </a:t>
              </a:r>
              <a:r>
                <a:rPr sz="1677" spc="-9" dirty="0">
                  <a:latin typeface="Arial MT"/>
                  <a:cs typeface="Arial MT"/>
                </a:rPr>
                <a:t>M</a:t>
              </a:r>
              <a:r>
                <a:rPr sz="1677" spc="-9" dirty="0">
                  <a:latin typeface="Times New Roman"/>
                  <a:cs typeface="Times New Roman"/>
                </a:rPr>
                <a:t>’</a:t>
              </a:r>
              <a:r>
                <a:rPr sz="1677" spc="-9" dirty="0">
                  <a:latin typeface="Arial MT"/>
                  <a:cs typeface="Arial MT"/>
                </a:rPr>
                <a:t>plier</a:t>
              </a:r>
              <a:endParaRPr sz="1677">
                <a:latin typeface="Arial MT"/>
                <a:cs typeface="Arial MT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708082" y="5587705"/>
              <a:ext cx="1224803" cy="243656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5603">
                <a:lnSpc>
                  <a:spcPts val="1893"/>
                </a:lnSpc>
              </a:pPr>
              <a:r>
                <a:rPr sz="1677" dirty="0">
                  <a:latin typeface="Arial MT"/>
                  <a:cs typeface="Arial MT"/>
                </a:rPr>
                <a:t>Res</a:t>
              </a:r>
              <a:r>
                <a:rPr sz="1677" spc="-13" dirty="0">
                  <a:latin typeface="Arial MT"/>
                  <a:cs typeface="Arial MT"/>
                </a:rPr>
                <a:t> </a:t>
              </a:r>
              <a:r>
                <a:rPr sz="1677" spc="-9" dirty="0">
                  <a:latin typeface="Arial MT"/>
                  <a:cs typeface="Arial MT"/>
                </a:rPr>
                <a:t>Stations</a:t>
              </a:r>
              <a:endParaRPr sz="1677">
                <a:latin typeface="Arial MT"/>
                <a:cs typeface="Arial MT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6407459" y="5587705"/>
              <a:ext cx="1224803" cy="243656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5603">
                <a:lnSpc>
                  <a:spcPts val="1893"/>
                </a:lnSpc>
              </a:pPr>
              <a:r>
                <a:rPr sz="1677" dirty="0">
                  <a:latin typeface="Arial MT"/>
                  <a:cs typeface="Arial MT"/>
                </a:rPr>
                <a:t>Res</a:t>
              </a:r>
              <a:r>
                <a:rPr sz="1677" spc="-13" dirty="0">
                  <a:latin typeface="Arial MT"/>
                  <a:cs typeface="Arial MT"/>
                </a:rPr>
                <a:t> </a:t>
              </a:r>
              <a:r>
                <a:rPr sz="1677" spc="-9" dirty="0">
                  <a:latin typeface="Arial MT"/>
                  <a:cs typeface="Arial MT"/>
                </a:rPr>
                <a:t>Stations</a:t>
              </a:r>
              <a:endParaRPr sz="1677">
                <a:latin typeface="Arial MT"/>
                <a:cs typeface="Arial MT"/>
              </a:endParaRPr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4643345" y="3554194"/>
              <a:ext cx="3496235" cy="2865904"/>
              <a:chOff x="5110057" y="4028086"/>
              <a:chExt cx="3962400" cy="3248025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5110057" y="7236996"/>
                <a:ext cx="39192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919220">
                    <a:moveTo>
                      <a:pt x="0" y="0"/>
                    </a:moveTo>
                    <a:lnTo>
                      <a:pt x="3919177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9041462" y="4052658"/>
                <a:ext cx="0" cy="3157220"/>
              </a:xfrm>
              <a:custGeom>
                <a:avLst/>
                <a:gdLst/>
                <a:ahLst/>
                <a:cxnLst/>
                <a:rect l="l" t="t" r="r" b="b"/>
                <a:pathLst>
                  <a:path h="3157220">
                    <a:moveTo>
                      <a:pt x="0" y="0"/>
                    </a:moveTo>
                    <a:lnTo>
                      <a:pt x="1" y="3156599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7867543" y="4041562"/>
                <a:ext cx="12045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4595">
                    <a:moveTo>
                      <a:pt x="1204489" y="0"/>
                    </a:moveTo>
                    <a:lnTo>
                      <a:pt x="0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16" name="object 1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827115" y="4041562"/>
                <a:ext cx="80856" cy="194167"/>
              </a:xfrm>
              <a:prstGeom prst="rect">
                <a:avLst/>
              </a:prstGeom>
            </p:spPr>
          </p:pic>
          <p:sp>
            <p:nvSpPr>
              <p:cNvPr id="17" name="object 17"/>
              <p:cNvSpPr/>
              <p:nvPr/>
            </p:nvSpPr>
            <p:spPr>
              <a:xfrm>
                <a:off x="5882805" y="5733592"/>
                <a:ext cx="1970405" cy="1542415"/>
              </a:xfrm>
              <a:custGeom>
                <a:avLst/>
                <a:gdLst/>
                <a:ahLst/>
                <a:cxnLst/>
                <a:rect l="l" t="t" r="r" b="b"/>
                <a:pathLst>
                  <a:path w="1970404" h="1542415">
                    <a:moveTo>
                      <a:pt x="80860" y="496100"/>
                    </a:moveTo>
                    <a:lnTo>
                      <a:pt x="53911" y="496100"/>
                    </a:lnTo>
                    <a:lnTo>
                      <a:pt x="53911" y="0"/>
                    </a:lnTo>
                    <a:lnTo>
                      <a:pt x="26949" y="0"/>
                    </a:lnTo>
                    <a:lnTo>
                      <a:pt x="26949" y="496100"/>
                    </a:lnTo>
                    <a:lnTo>
                      <a:pt x="0" y="496100"/>
                    </a:lnTo>
                    <a:lnTo>
                      <a:pt x="40424" y="576961"/>
                    </a:lnTo>
                    <a:lnTo>
                      <a:pt x="74117" y="509574"/>
                    </a:lnTo>
                    <a:lnTo>
                      <a:pt x="80860" y="496100"/>
                    </a:lnTo>
                    <a:close/>
                  </a:path>
                  <a:path w="1970404" h="1542415">
                    <a:moveTo>
                      <a:pt x="117538" y="1428102"/>
                    </a:moveTo>
                    <a:lnTo>
                      <a:pt x="90589" y="1428102"/>
                    </a:lnTo>
                    <a:lnTo>
                      <a:pt x="90589" y="1198295"/>
                    </a:lnTo>
                    <a:lnTo>
                      <a:pt x="63639" y="1198295"/>
                    </a:lnTo>
                    <a:lnTo>
                      <a:pt x="63639" y="1428102"/>
                    </a:lnTo>
                    <a:lnTo>
                      <a:pt x="36690" y="1428102"/>
                    </a:lnTo>
                    <a:lnTo>
                      <a:pt x="77114" y="1508963"/>
                    </a:lnTo>
                    <a:lnTo>
                      <a:pt x="110807" y="1441577"/>
                    </a:lnTo>
                    <a:lnTo>
                      <a:pt x="117538" y="1428102"/>
                    </a:lnTo>
                    <a:close/>
                  </a:path>
                  <a:path w="1970404" h="1542415">
                    <a:moveTo>
                      <a:pt x="1970138" y="1461389"/>
                    </a:moveTo>
                    <a:lnTo>
                      <a:pt x="1943176" y="1461389"/>
                    </a:lnTo>
                    <a:lnTo>
                      <a:pt x="1943176" y="1231582"/>
                    </a:lnTo>
                    <a:lnTo>
                      <a:pt x="1916226" y="1231582"/>
                    </a:lnTo>
                    <a:lnTo>
                      <a:pt x="1916226" y="1461389"/>
                    </a:lnTo>
                    <a:lnTo>
                      <a:pt x="1889277" y="1461389"/>
                    </a:lnTo>
                    <a:lnTo>
                      <a:pt x="1929701" y="1542249"/>
                    </a:lnTo>
                    <a:lnTo>
                      <a:pt x="1963394" y="1474863"/>
                    </a:lnTo>
                    <a:lnTo>
                      <a:pt x="1970138" y="146138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935468" y="5955494"/>
                <a:ext cx="18649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64995">
                    <a:moveTo>
                      <a:pt x="0" y="0"/>
                    </a:moveTo>
                    <a:lnTo>
                      <a:pt x="1864818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7763599" y="5173281"/>
                <a:ext cx="1290320" cy="1126490"/>
              </a:xfrm>
              <a:custGeom>
                <a:avLst/>
                <a:gdLst/>
                <a:ahLst/>
                <a:cxnLst/>
                <a:rect l="l" t="t" r="r" b="b"/>
                <a:pathLst>
                  <a:path w="1290320" h="1126489">
                    <a:moveTo>
                      <a:pt x="144373" y="1045311"/>
                    </a:moveTo>
                    <a:lnTo>
                      <a:pt x="117411" y="1045311"/>
                    </a:lnTo>
                    <a:lnTo>
                      <a:pt x="117411" y="798855"/>
                    </a:lnTo>
                    <a:lnTo>
                      <a:pt x="90462" y="798855"/>
                    </a:lnTo>
                    <a:lnTo>
                      <a:pt x="90462" y="1045311"/>
                    </a:lnTo>
                    <a:lnTo>
                      <a:pt x="63512" y="1045311"/>
                    </a:lnTo>
                    <a:lnTo>
                      <a:pt x="103936" y="1126172"/>
                    </a:lnTo>
                    <a:lnTo>
                      <a:pt x="137629" y="1058786"/>
                    </a:lnTo>
                    <a:lnTo>
                      <a:pt x="144373" y="1045311"/>
                    </a:lnTo>
                    <a:close/>
                  </a:path>
                  <a:path w="1290320" h="1126489">
                    <a:moveTo>
                      <a:pt x="144373" y="679170"/>
                    </a:moveTo>
                    <a:lnTo>
                      <a:pt x="117411" y="679170"/>
                    </a:lnTo>
                    <a:lnTo>
                      <a:pt x="117411" y="0"/>
                    </a:lnTo>
                    <a:lnTo>
                      <a:pt x="90462" y="0"/>
                    </a:lnTo>
                    <a:lnTo>
                      <a:pt x="90462" y="679170"/>
                    </a:lnTo>
                    <a:lnTo>
                      <a:pt x="63512" y="679170"/>
                    </a:lnTo>
                    <a:lnTo>
                      <a:pt x="103936" y="760031"/>
                    </a:lnTo>
                    <a:lnTo>
                      <a:pt x="137629" y="692645"/>
                    </a:lnTo>
                    <a:lnTo>
                      <a:pt x="144373" y="679170"/>
                    </a:lnTo>
                    <a:close/>
                  </a:path>
                  <a:path w="1290320" h="1126489">
                    <a:moveTo>
                      <a:pt x="1290091" y="768743"/>
                    </a:moveTo>
                    <a:lnTo>
                      <a:pt x="80848" y="768743"/>
                    </a:lnTo>
                    <a:lnTo>
                      <a:pt x="80848" y="741794"/>
                    </a:lnTo>
                    <a:lnTo>
                      <a:pt x="0" y="782218"/>
                    </a:lnTo>
                    <a:lnTo>
                      <a:pt x="80848" y="822642"/>
                    </a:lnTo>
                    <a:lnTo>
                      <a:pt x="80848" y="795693"/>
                    </a:lnTo>
                    <a:lnTo>
                      <a:pt x="1290091" y="795693"/>
                    </a:lnTo>
                    <a:lnTo>
                      <a:pt x="1290091" y="76874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7305039" y="5314744"/>
                <a:ext cx="1076325" cy="427355"/>
              </a:xfrm>
              <a:custGeom>
                <a:avLst/>
                <a:gdLst/>
                <a:ahLst/>
                <a:cxnLst/>
                <a:rect l="l" t="t" r="r" b="b"/>
                <a:pathLst>
                  <a:path w="1076325" h="427354">
                    <a:moveTo>
                      <a:pt x="1076093" y="0"/>
                    </a:moveTo>
                    <a:lnTo>
                      <a:pt x="0" y="0"/>
                    </a:lnTo>
                    <a:lnTo>
                      <a:pt x="0" y="427167"/>
                    </a:lnTo>
                    <a:lnTo>
                      <a:pt x="1076093" y="427167"/>
                    </a:lnTo>
                    <a:lnTo>
                      <a:pt x="1076093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7305039" y="5314744"/>
                <a:ext cx="1076325" cy="427355"/>
              </a:xfrm>
              <a:custGeom>
                <a:avLst/>
                <a:gdLst/>
                <a:ahLst/>
                <a:cxnLst/>
                <a:rect l="l" t="t" r="r" b="b"/>
                <a:pathLst>
                  <a:path w="1076325" h="427354">
                    <a:moveTo>
                      <a:pt x="0" y="0"/>
                    </a:moveTo>
                    <a:lnTo>
                      <a:pt x="1076092" y="0"/>
                    </a:lnTo>
                    <a:lnTo>
                      <a:pt x="1076092" y="427167"/>
                    </a:lnTo>
                    <a:lnTo>
                      <a:pt x="0" y="427167"/>
                    </a:lnTo>
                    <a:lnTo>
                      <a:pt x="0" y="0"/>
                    </a:lnTo>
                    <a:close/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6629393" y="4727538"/>
              <a:ext cx="850526" cy="26939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77" dirty="0">
                  <a:latin typeface="Arial MT"/>
                  <a:cs typeface="Arial MT"/>
                </a:rPr>
                <a:t>FP</a:t>
              </a:r>
              <a:r>
                <a:rPr sz="1677" spc="-31" dirty="0">
                  <a:latin typeface="Arial MT"/>
                  <a:cs typeface="Arial MT"/>
                </a:rPr>
                <a:t> </a:t>
              </a:r>
              <a:r>
                <a:rPr sz="1677" spc="-18" dirty="0">
                  <a:latin typeface="Arial MT"/>
                  <a:cs typeface="Arial MT"/>
                </a:rPr>
                <a:t>Regs</a:t>
              </a:r>
              <a:endParaRPr sz="1677">
                <a:latin typeface="Arial MT"/>
                <a:cs typeface="Arial MT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859163" y="4613488"/>
              <a:ext cx="2139001" cy="773243"/>
            </a:xfrm>
            <a:custGeom>
              <a:avLst/>
              <a:gdLst/>
              <a:ahLst/>
              <a:cxnLst/>
              <a:rect l="l" t="t" r="r" b="b"/>
              <a:pathLst>
                <a:path w="2225675" h="829310">
                  <a:moveTo>
                    <a:pt x="2043413" y="57241"/>
                  </a:moveTo>
                  <a:lnTo>
                    <a:pt x="0" y="772046"/>
                  </a:lnTo>
                  <a:lnTo>
                    <a:pt x="20024" y="829288"/>
                  </a:lnTo>
                  <a:lnTo>
                    <a:pt x="2063436" y="114483"/>
                  </a:lnTo>
                  <a:lnTo>
                    <a:pt x="2043413" y="57241"/>
                  </a:lnTo>
                  <a:close/>
                </a:path>
                <a:path w="2225675" h="829310">
                  <a:moveTo>
                    <a:pt x="2204332" y="47230"/>
                  </a:moveTo>
                  <a:lnTo>
                    <a:pt x="2072032" y="47230"/>
                  </a:lnTo>
                  <a:lnTo>
                    <a:pt x="2092057" y="104471"/>
                  </a:lnTo>
                  <a:lnTo>
                    <a:pt x="2063436" y="114483"/>
                  </a:lnTo>
                  <a:lnTo>
                    <a:pt x="2083460" y="171724"/>
                  </a:lnTo>
                  <a:lnTo>
                    <a:pt x="2204332" y="47230"/>
                  </a:lnTo>
                  <a:close/>
                </a:path>
                <a:path w="2225675" h="829310">
                  <a:moveTo>
                    <a:pt x="2072032" y="47230"/>
                  </a:moveTo>
                  <a:lnTo>
                    <a:pt x="2043413" y="57241"/>
                  </a:lnTo>
                  <a:lnTo>
                    <a:pt x="2063436" y="114483"/>
                  </a:lnTo>
                  <a:lnTo>
                    <a:pt x="2092057" y="104471"/>
                  </a:lnTo>
                  <a:lnTo>
                    <a:pt x="2072032" y="47230"/>
                  </a:lnTo>
                  <a:close/>
                </a:path>
                <a:path w="2225675" h="829310">
                  <a:moveTo>
                    <a:pt x="2023389" y="0"/>
                  </a:moveTo>
                  <a:lnTo>
                    <a:pt x="2043413" y="57241"/>
                  </a:lnTo>
                  <a:lnTo>
                    <a:pt x="2072032" y="47230"/>
                  </a:lnTo>
                  <a:lnTo>
                    <a:pt x="2204332" y="47230"/>
                  </a:lnTo>
                  <a:lnTo>
                    <a:pt x="2225147" y="25791"/>
                  </a:lnTo>
                  <a:lnTo>
                    <a:pt x="202338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Slide Number Placeholder 191">
            <a:extLst>
              <a:ext uri="{FF2B5EF4-FFF2-40B4-BE49-F238E27FC236}">
                <a16:creationId xmlns:a16="http://schemas.microsoft.com/office/drawing/2014/main" id="{558B7BAB-DF0B-5B90-9517-21FE3E7643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417950"/>
            <a:ext cx="663108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4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Steps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spc="-35" dirty="0"/>
              <a:t> </a:t>
            </a:r>
            <a:r>
              <a:rPr b="0" dirty="0">
                <a:latin typeface="Calibri"/>
                <a:cs typeface="Calibri"/>
              </a:rPr>
              <a:t>Speculative</a:t>
            </a:r>
            <a:r>
              <a:rPr spc="-35" dirty="0"/>
              <a:t> </a:t>
            </a:r>
            <a:r>
              <a:rPr b="0" dirty="0">
                <a:latin typeface="Calibri"/>
                <a:cs typeface="Calibri"/>
              </a:rPr>
              <a:t>Tomasulo</a:t>
            </a:r>
            <a:r>
              <a:rPr spc="-35" dirty="0"/>
              <a:t> </a:t>
            </a:r>
            <a:r>
              <a:rPr spc="-9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2" y="1214649"/>
            <a:ext cx="7991061" cy="5293943"/>
          </a:xfrm>
          <a:prstGeom prst="rect">
            <a:avLst/>
          </a:prstGeom>
        </p:spPr>
        <p:txBody>
          <a:bodyPr vert="horz" wrap="square" lIns="0" tIns="140074" rIns="0" bIns="0" rtlCol="0">
            <a:spAutoFit/>
          </a:bodyPr>
          <a:lstStyle/>
          <a:p>
            <a:pPr marL="452742" indent="-429769" algn="just">
              <a:buSzPct val="92000"/>
              <a:buAutoNum type="arabicPeriod"/>
              <a:tabLst>
                <a:tab pos="452742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Issue</a:t>
            </a:r>
            <a:r>
              <a:rPr sz="2400" dirty="0">
                <a:latin typeface="Calibri"/>
                <a:cs typeface="Calibri"/>
              </a:rPr>
              <a:t>—get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FP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Queue</a:t>
            </a:r>
            <a:endParaRPr sz="2400" dirty="0">
              <a:latin typeface="Calibri"/>
              <a:cs typeface="Calibri"/>
            </a:endParaRPr>
          </a:p>
          <a:p>
            <a:pPr marL="665105" marR="126633" lvl="1" indent="-214044" algn="just">
              <a:spcBef>
                <a:spcPts val="640"/>
              </a:spcBef>
              <a:buChar char="–"/>
              <a:tabLst>
                <a:tab pos="665105" algn="l"/>
              </a:tabLst>
            </a:pPr>
            <a:r>
              <a:rPr sz="1853" dirty="0">
                <a:latin typeface="Calibri"/>
                <a:cs typeface="Calibri"/>
              </a:rPr>
              <a:t>If</a:t>
            </a:r>
            <a:r>
              <a:rPr sz="1853" spc="-4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ROB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slot</a:t>
            </a:r>
            <a:r>
              <a:rPr sz="1853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free,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issue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instruction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&amp;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send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operands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31" dirty="0">
                <a:latin typeface="Calibri"/>
                <a:cs typeface="Calibri"/>
              </a:rPr>
              <a:t>RS</a:t>
            </a:r>
            <a:r>
              <a:rPr sz="1853" u="sng" spc="-10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53" spc="-22" dirty="0">
                <a:latin typeface="Calibri"/>
                <a:cs typeface="Calibri"/>
              </a:rPr>
              <a:t>f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available</a:t>
            </a:r>
            <a:r>
              <a:rPr sz="1853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853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registers</a:t>
            </a:r>
            <a:r>
              <a:rPr sz="1853" u="sng" spc="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1853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ROB,</a:t>
            </a:r>
            <a:r>
              <a:rPr sz="1853" u="sng" spc="3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853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spc="-12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send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u="sng" spc="26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ROB</a:t>
            </a:r>
            <a:r>
              <a:rPr sz="1853" u="sng" spc="4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no.</a:t>
            </a:r>
            <a:r>
              <a:rPr sz="1853" u="sng" spc="26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for</a:t>
            </a:r>
            <a:r>
              <a:rPr sz="1853" u="sng" spc="4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destination</a:t>
            </a:r>
            <a:r>
              <a:rPr sz="1853" u="sng" spc="24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53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RS</a:t>
            </a:r>
            <a:r>
              <a:rPr sz="1853" spc="-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(this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stage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sometimes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called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“dispatch”)</a:t>
            </a:r>
            <a:endParaRPr sz="1853" dirty="0">
              <a:latin typeface="Calibri"/>
              <a:cs typeface="Calibri"/>
            </a:endParaRPr>
          </a:p>
          <a:p>
            <a:pPr marL="452742" indent="-429769" algn="just">
              <a:spcBef>
                <a:spcPts val="516"/>
              </a:spcBef>
              <a:buSzPct val="92000"/>
              <a:buAutoNum type="arabicPeriod"/>
              <a:tabLst>
                <a:tab pos="452742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Execution</a:t>
            </a:r>
            <a:r>
              <a:rPr sz="2400" dirty="0">
                <a:latin typeface="Calibri"/>
                <a:cs typeface="Calibri"/>
              </a:rPr>
              <a:t>—operate</a:t>
            </a:r>
            <a:r>
              <a:rPr sz="2400" spc="12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2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operands</a:t>
            </a:r>
            <a:r>
              <a:rPr sz="2400" spc="11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(EX)</a:t>
            </a:r>
            <a:endParaRPr sz="2400" dirty="0">
              <a:latin typeface="Calibri"/>
              <a:cs typeface="Calibri"/>
            </a:endParaRPr>
          </a:p>
          <a:p>
            <a:pPr marL="665105" marR="4483" lvl="1" indent="-214044">
              <a:spcBef>
                <a:spcPts val="785"/>
              </a:spcBef>
              <a:buChar char="–"/>
              <a:tabLst>
                <a:tab pos="665105" algn="l"/>
              </a:tabLst>
            </a:pPr>
            <a:r>
              <a:rPr sz="1853" dirty="0">
                <a:latin typeface="Calibri"/>
                <a:cs typeface="Calibri"/>
              </a:rPr>
              <a:t>Checks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RAW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hazards;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when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both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operands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execute;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if </a:t>
            </a:r>
            <a:r>
              <a:rPr sz="1853" dirty="0">
                <a:latin typeface="Calibri"/>
                <a:cs typeface="Calibri"/>
              </a:rPr>
              <a:t>not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ready,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watch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CDB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result;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when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both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RS,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execute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(sometimes </a:t>
            </a:r>
            <a:r>
              <a:rPr sz="1853" dirty="0">
                <a:latin typeface="Calibri"/>
                <a:cs typeface="Calibri"/>
              </a:rPr>
              <a:t>called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“issue”)</a:t>
            </a:r>
            <a:endParaRPr sz="1853" dirty="0">
              <a:latin typeface="Calibri"/>
              <a:cs typeface="Calibri"/>
            </a:endParaRPr>
          </a:p>
          <a:p>
            <a:pPr marL="451061" indent="-428088">
              <a:spcBef>
                <a:spcPts val="600"/>
              </a:spcBef>
              <a:buSzPct val="92000"/>
              <a:buAutoNum type="arabicPeriod"/>
              <a:tabLst>
                <a:tab pos="451061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Write</a:t>
            </a:r>
            <a:r>
              <a:rPr sz="2400" b="1" spc="9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result</a:t>
            </a:r>
            <a:r>
              <a:rPr sz="2400" dirty="0">
                <a:latin typeface="Calibri"/>
                <a:cs typeface="Calibri"/>
              </a:rPr>
              <a:t>—finish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execution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(WB)</a:t>
            </a:r>
            <a:endParaRPr sz="2400" dirty="0">
              <a:latin typeface="Calibri"/>
              <a:cs typeface="Calibri"/>
            </a:endParaRPr>
          </a:p>
          <a:p>
            <a:pPr marL="664544" lvl="1" indent="-213483">
              <a:spcBef>
                <a:spcPts val="441"/>
              </a:spcBef>
              <a:buChar char="–"/>
              <a:tabLst>
                <a:tab pos="664544" algn="l"/>
              </a:tabLst>
            </a:pPr>
            <a:r>
              <a:rPr sz="1853" dirty="0">
                <a:latin typeface="Calibri"/>
                <a:cs typeface="Calibri"/>
              </a:rPr>
              <a:t>Write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CDB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all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awaiting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FUs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&amp;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reorder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buffer</a:t>
            </a:r>
            <a:r>
              <a:rPr sz="1853" dirty="0">
                <a:latin typeface="Calibri"/>
                <a:cs typeface="Calibri"/>
              </a:rPr>
              <a:t>;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mark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available.</a:t>
            </a:r>
            <a:endParaRPr sz="1853" dirty="0">
              <a:latin typeface="Calibri"/>
              <a:cs typeface="Calibri"/>
            </a:endParaRPr>
          </a:p>
          <a:p>
            <a:pPr marL="451061" indent="-428088">
              <a:spcBef>
                <a:spcPts val="600"/>
              </a:spcBef>
              <a:buSzPct val="92000"/>
              <a:buAutoNum type="arabicPeriod"/>
              <a:tabLst>
                <a:tab pos="451061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Commit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update</a:t>
            </a:r>
            <a:r>
              <a:rPr sz="2400" spc="8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sz="2400" spc="7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with</a:t>
            </a:r>
            <a:r>
              <a:rPr sz="2400" spc="8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reorder</a:t>
            </a:r>
            <a:r>
              <a:rPr sz="2400" spc="7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3366FF"/>
                </a:solidFill>
                <a:latin typeface="Calibri"/>
                <a:cs typeface="Calibri"/>
              </a:rPr>
              <a:t>result</a:t>
            </a:r>
            <a:endParaRPr sz="2400" dirty="0">
              <a:latin typeface="Calibri"/>
              <a:cs typeface="Calibri"/>
            </a:endParaRPr>
          </a:p>
          <a:p>
            <a:pPr marL="665105" marR="58274" lvl="1" indent="-214044">
              <a:spcBef>
                <a:spcPts val="675"/>
              </a:spcBef>
              <a:buChar char="–"/>
              <a:tabLst>
                <a:tab pos="665105" algn="l"/>
              </a:tabLst>
            </a:pP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When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instruction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at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head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of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reorder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buffer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&amp;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result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are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present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22" dirty="0">
                <a:solidFill>
                  <a:srgbClr val="3366FF"/>
                </a:solidFill>
                <a:latin typeface="Calibri"/>
                <a:cs typeface="Calibri"/>
              </a:rPr>
              <a:t>and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the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branch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before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it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has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been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confirmed,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update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with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result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(or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store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memory)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and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remove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instruction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from</a:t>
            </a:r>
            <a:r>
              <a:rPr sz="1853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ROB.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Mispredicted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branch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flushes</a:t>
            </a:r>
            <a:r>
              <a:rPr sz="1853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ROB</a:t>
            </a:r>
            <a:r>
              <a:rPr sz="1853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above</a:t>
            </a:r>
            <a:r>
              <a:rPr sz="1853" spc="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(executed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after)</a:t>
            </a:r>
            <a:r>
              <a:rPr sz="1853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the</a:t>
            </a:r>
            <a:r>
              <a:rPr sz="1853" spc="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branch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(sometimes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called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“graduation”)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7083D-CC70-0640-AF06-2FCB007BB97B}"/>
              </a:ext>
            </a:extLst>
          </p:cNvPr>
          <p:cNvSpPr txBox="1"/>
          <p:nvPr/>
        </p:nvSpPr>
        <p:spPr>
          <a:xfrm>
            <a:off x="902499" y="795475"/>
            <a:ext cx="4572000" cy="43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06" algn="just">
              <a:spcBef>
                <a:spcPts val="1103"/>
              </a:spcBef>
            </a:pPr>
            <a:r>
              <a:rPr lang="en-US" sz="2210" dirty="0">
                <a:solidFill>
                  <a:srgbClr val="0332B7"/>
                </a:solidFill>
                <a:latin typeface="Calibri"/>
                <a:cs typeface="Calibri"/>
              </a:rPr>
              <a:t>(steps</a:t>
            </a:r>
            <a:r>
              <a:rPr lang="en-US" sz="2210" spc="66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lang="en-US" sz="2210" dirty="0">
                <a:solidFill>
                  <a:srgbClr val="0332B7"/>
                </a:solidFill>
                <a:latin typeface="Calibri"/>
                <a:cs typeface="Calibri"/>
              </a:rPr>
              <a:t>added</a:t>
            </a:r>
            <a:r>
              <a:rPr lang="en-US" sz="2210" spc="71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lang="en-US" sz="2210" dirty="0">
                <a:solidFill>
                  <a:srgbClr val="0332B7"/>
                </a:solidFill>
                <a:latin typeface="Calibri"/>
                <a:cs typeface="Calibri"/>
              </a:rPr>
              <a:t>for</a:t>
            </a:r>
            <a:r>
              <a:rPr lang="en-US" sz="2210" spc="66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lang="en-US" sz="2210" dirty="0">
                <a:solidFill>
                  <a:srgbClr val="0332B7"/>
                </a:solidFill>
                <a:latin typeface="Calibri"/>
                <a:cs typeface="Calibri"/>
              </a:rPr>
              <a:t>speculation</a:t>
            </a:r>
            <a:r>
              <a:rPr lang="en-US" sz="2210" spc="75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lang="en-US" sz="2210" dirty="0">
                <a:solidFill>
                  <a:srgbClr val="0332B7"/>
                </a:solidFill>
                <a:latin typeface="Calibri"/>
                <a:cs typeface="Calibri"/>
              </a:rPr>
              <a:t>in</a:t>
            </a:r>
            <a:r>
              <a:rPr lang="en-US" sz="2210" spc="7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lang="en-US" sz="2210" spc="-9" dirty="0">
                <a:solidFill>
                  <a:srgbClr val="3366FF"/>
                </a:solidFill>
                <a:latin typeface="Calibri"/>
                <a:cs typeface="Calibri"/>
              </a:rPr>
              <a:t>blue</a:t>
            </a:r>
            <a:r>
              <a:rPr lang="en-US" sz="2210" spc="-9" dirty="0">
                <a:solidFill>
                  <a:srgbClr val="0332B7"/>
                </a:solidFill>
                <a:latin typeface="Calibri"/>
                <a:cs typeface="Calibri"/>
              </a:rPr>
              <a:t>)</a:t>
            </a:r>
            <a:endParaRPr lang="en-US" sz="2210" dirty="0">
              <a:latin typeface="Calibri"/>
              <a:cs typeface="Calibri"/>
            </a:endParaRPr>
          </a:p>
        </p:txBody>
      </p:sp>
      <p:sp>
        <p:nvSpPr>
          <p:cNvPr id="9" name="Slide Number Placeholder 191">
            <a:extLst>
              <a:ext uri="{FF2B5EF4-FFF2-40B4-BE49-F238E27FC236}">
                <a16:creationId xmlns:a16="http://schemas.microsoft.com/office/drawing/2014/main" id="{CA8D720D-AE8F-7FCB-BFD5-E37835F8B8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0870" y="1165654"/>
            <a:ext cx="8062632" cy="5147422"/>
            <a:chOff x="460586" y="1321074"/>
            <a:chExt cx="9137650" cy="583374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2" y="5331460"/>
              <a:ext cx="2837688" cy="3840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2" y="5547867"/>
              <a:ext cx="2837688" cy="3840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266115" y="5335269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40" y="5169916"/>
              <a:ext cx="2916936" cy="3840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1226" y="517355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01226" y="517355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7840" y="5386323"/>
              <a:ext cx="2916936" cy="38404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1226" y="5389174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01226" y="5389174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602731"/>
              <a:ext cx="2916936" cy="3840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604791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226" y="5604791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2136" y="6343396"/>
              <a:ext cx="1472184" cy="637032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30" name="object 30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ROB5 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534784" y="1126939"/>
            <a:ext cx="3821766" cy="2224928"/>
            <a:chOff x="3853688" y="1277197"/>
            <a:chExt cx="4331335" cy="2521585"/>
          </a:xfrm>
        </p:grpSpPr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93312" y="1289812"/>
              <a:ext cx="573024" cy="49072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93312" y="1612900"/>
              <a:ext cx="573024" cy="4907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1" name="object 7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14920" y="1612900"/>
              <a:ext cx="569976" cy="49072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93312" y="1935988"/>
              <a:ext cx="573024" cy="49072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0" name="object 8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3" name="object 8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14920" y="1935988"/>
              <a:ext cx="569976" cy="490727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6" name="object 8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93312" y="2259076"/>
              <a:ext cx="573024" cy="490727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897207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8" name="object 88"/>
            <p:cNvSpPr/>
            <p:nvPr/>
          </p:nvSpPr>
          <p:spPr>
            <a:xfrm>
              <a:off x="3897207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9" name="object 8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98696" y="2259076"/>
              <a:ext cx="1219200" cy="49072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301490" y="226271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1" name="object 91"/>
            <p:cNvSpPr/>
            <p:nvPr/>
          </p:nvSpPr>
          <p:spPr>
            <a:xfrm>
              <a:off x="4301490" y="226271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2" name="object 9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50255" y="2259076"/>
              <a:ext cx="2432304" cy="49072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5352627" y="226271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4" name="object 94"/>
            <p:cNvSpPr/>
            <p:nvPr/>
          </p:nvSpPr>
          <p:spPr>
            <a:xfrm>
              <a:off x="5352627" y="226271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5" name="object 9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14920" y="2259076"/>
              <a:ext cx="569976" cy="49072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7616612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7" name="object 97"/>
            <p:cNvSpPr/>
            <p:nvPr/>
          </p:nvSpPr>
          <p:spPr>
            <a:xfrm>
              <a:off x="7616612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8" name="object 9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93312" y="2582164"/>
              <a:ext cx="573024" cy="493775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1" name="object 10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93312" y="2905252"/>
              <a:ext cx="573024" cy="49377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4" name="object 10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53688" y="3216147"/>
              <a:ext cx="652272" cy="582167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3573183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63877">
              <a:spcBef>
                <a:spcPts val="53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3916456" y="2268443"/>
            <a:ext cx="3084979" cy="1083049"/>
            <a:chOff x="4286250" y="2570902"/>
            <a:chExt cx="3496310" cy="1227455"/>
          </a:xfrm>
        </p:grpSpPr>
        <p:pic>
          <p:nvPicPr>
            <p:cNvPr id="109" name="object 10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98696" y="2582164"/>
              <a:ext cx="1219200" cy="493775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2" name="object 11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298696" y="2905252"/>
              <a:ext cx="1219200" cy="493775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4301490" y="290957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301490" y="290957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5" name="object 11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98696" y="3228340"/>
              <a:ext cx="1219200" cy="49377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8" name="object 11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350255" y="2582164"/>
              <a:ext cx="2432304" cy="493775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1" name="object 12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350255" y="2905252"/>
              <a:ext cx="2432304" cy="493775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5352627" y="290957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352627" y="290957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4" name="object 12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35016" y="3216148"/>
              <a:ext cx="1947672" cy="582167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5352627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4857376" y="2852644"/>
            <a:ext cx="1998009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85169">
              <a:spcBef>
                <a:spcPts val="53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6841565" y="2268443"/>
            <a:ext cx="514910" cy="1083049"/>
            <a:chOff x="7601373" y="2570902"/>
            <a:chExt cx="583565" cy="1227455"/>
          </a:xfrm>
        </p:grpSpPr>
        <p:pic>
          <p:nvPicPr>
            <p:cNvPr id="129" name="object 12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14920" y="2582164"/>
              <a:ext cx="569976" cy="493775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7616613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616613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2" name="object 13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14920" y="2905252"/>
              <a:ext cx="569976" cy="493775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7616613" y="290957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616613" y="290957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5" name="object 13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14920" y="3228340"/>
              <a:ext cx="569976" cy="49377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639304" y="3216148"/>
              <a:ext cx="521207" cy="582167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7616613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40" name="object 140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3" name="object 14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6" name="object 14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9" name="object 14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2" name="object 15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5" name="object 15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8" name="object 15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167" name="object 167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8" name="object 16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C0128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73" name="object 173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174" name="object 17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965695" y="6166612"/>
              <a:ext cx="1301496" cy="438912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7" name="object 17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1" name="object 181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2503021" y="1176059"/>
            <a:ext cx="4459381" cy="5101478"/>
            <a:chOff x="2684357" y="1332866"/>
            <a:chExt cx="5053965" cy="5781675"/>
          </a:xfrm>
        </p:grpSpPr>
        <p:sp>
          <p:nvSpPr>
            <p:cNvPr id="185" name="object 185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7" name="object 187"/>
          <p:cNvSpPr txBox="1"/>
          <p:nvPr/>
        </p:nvSpPr>
        <p:spPr>
          <a:xfrm>
            <a:off x="793825" y="1742291"/>
            <a:ext cx="1812551" cy="230488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510412" y="4246133"/>
            <a:ext cx="58438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677" spc="40" dirty="0">
                <a:latin typeface="Times New Roman"/>
                <a:cs typeface="Times New Roman"/>
              </a:rPr>
              <a:t>De</a:t>
            </a:r>
            <a:r>
              <a:rPr sz="1677" spc="-529" dirty="0">
                <a:latin typeface="Times New Roman"/>
                <a:cs typeface="Times New Roman"/>
              </a:rPr>
              <a:t>s</a:t>
            </a:r>
            <a:r>
              <a:rPr sz="2515" spc="-609" baseline="20467" dirty="0">
                <a:solidFill>
                  <a:srgbClr val="114FFB"/>
                </a:solidFill>
                <a:latin typeface="Courier New"/>
                <a:cs typeface="Courier New"/>
              </a:rPr>
              <a:t>S</a:t>
            </a:r>
            <a:r>
              <a:rPr sz="1677" spc="4" dirty="0">
                <a:latin typeface="Times New Roman"/>
                <a:cs typeface="Times New Roman"/>
              </a:rPr>
              <a:t>t</a:t>
            </a:r>
            <a:r>
              <a:rPr sz="2515" spc="53" baseline="20467" dirty="0">
                <a:solidFill>
                  <a:srgbClr val="114FFB"/>
                </a:solidFill>
                <a:latin typeface="Courier New"/>
                <a:cs typeface="Courier New"/>
              </a:rPr>
              <a:t>T</a:t>
            </a:r>
            <a:endParaRPr sz="2515" baseline="20467">
              <a:latin typeface="Courier New"/>
              <a:cs typeface="Courier New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432985" y="4168140"/>
            <a:ext cx="1045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92" name="Slide Number Placeholder 191">
            <a:extLst>
              <a:ext uri="{FF2B5EF4-FFF2-40B4-BE49-F238E27FC236}">
                <a16:creationId xmlns:a16="http://schemas.microsoft.com/office/drawing/2014/main" id="{2330E042-EBDC-D353-F2AE-E767B046BB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052" y="1165653"/>
            <a:ext cx="7653057" cy="4068856"/>
            <a:chOff x="494791" y="1321074"/>
            <a:chExt cx="8673465" cy="46113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12" y="5331460"/>
              <a:ext cx="2837688" cy="3840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2" y="5547867"/>
              <a:ext cx="2837688" cy="3840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266115" y="5335269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839" y="5169916"/>
              <a:ext cx="2916936" cy="3840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4791" y="5124196"/>
              <a:ext cx="2441448" cy="5242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1226" y="517355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76729" y="4564903"/>
            <a:ext cx="334496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8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1155" y="4564903"/>
            <a:ext cx="59335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059">
              <a:lnSpc>
                <a:spcPts val="1468"/>
              </a:lnSpc>
            </a:pP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4203" y="4564903"/>
            <a:ext cx="1498226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507">
              <a:lnSpc>
                <a:spcPts val="1468"/>
              </a:lnSpc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0870" y="4551456"/>
            <a:ext cx="8062632" cy="1761564"/>
            <a:chOff x="460586" y="5158316"/>
            <a:chExt cx="9137650" cy="1996439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7840" y="5386323"/>
              <a:ext cx="2916936" cy="38404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01226" y="5389173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501226" y="5389173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602731"/>
              <a:ext cx="2916936" cy="38404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01226" y="5604791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01226" y="5604791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34" name="object 34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ROB5 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478305" y="1126939"/>
            <a:ext cx="3878356" cy="1936937"/>
            <a:chOff x="3789679" y="1277197"/>
            <a:chExt cx="4395470" cy="2195195"/>
          </a:xfrm>
        </p:grpSpPr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93311" y="1289812"/>
              <a:ext cx="573024" cy="49072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93311" y="1612900"/>
              <a:ext cx="573024" cy="49072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98695" y="1289812"/>
              <a:ext cx="1219200" cy="49072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301489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4301489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3" name="object 6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98695" y="1612900"/>
              <a:ext cx="1219200" cy="49072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301489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4301489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5" name="object 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14920" y="1612900"/>
              <a:ext cx="569976" cy="49072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8" name="object 7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93311" y="1935988"/>
              <a:ext cx="573024" cy="49072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1" name="object 8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695" y="1935988"/>
              <a:ext cx="1219200" cy="490727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301489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4301489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4" name="object 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14920" y="1935988"/>
              <a:ext cx="569976" cy="49072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9" name="object 89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0" name="object 9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93311" y="2259076"/>
              <a:ext cx="573024" cy="490727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897207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2" name="object 92"/>
            <p:cNvSpPr/>
            <p:nvPr/>
          </p:nvSpPr>
          <p:spPr>
            <a:xfrm>
              <a:off x="3897207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3" name="object 9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98695" y="2259076"/>
              <a:ext cx="1219200" cy="49072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301489" y="226271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5" name="object 95"/>
            <p:cNvSpPr/>
            <p:nvPr/>
          </p:nvSpPr>
          <p:spPr>
            <a:xfrm>
              <a:off x="4301489" y="226271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6" name="object 9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50255" y="2259076"/>
              <a:ext cx="2432304" cy="490727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5352627" y="226271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8" name="object 98"/>
            <p:cNvSpPr/>
            <p:nvPr/>
          </p:nvSpPr>
          <p:spPr>
            <a:xfrm>
              <a:off x="5352627" y="226271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9" name="object 9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14920" y="2259076"/>
              <a:ext cx="569976" cy="490727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7616612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616612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2" name="object 10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93311" y="2582164"/>
              <a:ext cx="573024" cy="493775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5" name="object 10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93311" y="2905252"/>
              <a:ext cx="573024" cy="49377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89679" y="2890012"/>
              <a:ext cx="780288" cy="582168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3573183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164">
              <a:spcBef>
                <a:spcPts val="57"/>
              </a:spcBef>
            </a:pP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3534784" y="2837778"/>
            <a:ext cx="575982" cy="513790"/>
            <a:chOff x="3853688" y="3216148"/>
            <a:chExt cx="652780" cy="582295"/>
          </a:xfrm>
        </p:grpSpPr>
        <p:pic>
          <p:nvPicPr>
            <p:cNvPr id="110" name="object 11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853688" y="3216148"/>
              <a:ext cx="652272" cy="582167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3573183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63877">
              <a:spcBef>
                <a:spcPts val="53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916456" y="2268444"/>
            <a:ext cx="3084979" cy="1015813"/>
            <a:chOff x="4286250" y="2570902"/>
            <a:chExt cx="3496310" cy="1151255"/>
          </a:xfrm>
        </p:grpSpPr>
        <p:pic>
          <p:nvPicPr>
            <p:cNvPr id="115" name="object 11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298696" y="2582164"/>
              <a:ext cx="1219200" cy="49377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8" name="object 11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98696" y="2905252"/>
              <a:ext cx="1219200" cy="493775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4301490" y="290957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301490" y="290957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1" name="object 12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298696" y="3228340"/>
              <a:ext cx="1219200" cy="493775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4" name="object 12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350255" y="2582164"/>
              <a:ext cx="2432304" cy="493775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7" name="object 12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350255" y="2905252"/>
              <a:ext cx="2432304" cy="49377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35016" y="2890012"/>
              <a:ext cx="2206751" cy="582168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5352627" y="290957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4857376" y="2567267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32" name="object 13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4857376" y="2852644"/>
            <a:ext cx="1998009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85169">
              <a:spcBef>
                <a:spcPts val="53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6841565" y="2268443"/>
            <a:ext cx="514910" cy="795618"/>
            <a:chOff x="7601373" y="2570902"/>
            <a:chExt cx="583565" cy="901700"/>
          </a:xfrm>
        </p:grpSpPr>
        <p:pic>
          <p:nvPicPr>
            <p:cNvPr id="137" name="object 13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14920" y="2582164"/>
              <a:ext cx="569976" cy="493775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7616613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616613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0" name="object 14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614920" y="2905252"/>
              <a:ext cx="569976" cy="493775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639304" y="2890012"/>
              <a:ext cx="521207" cy="582168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7616613" y="290957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6855012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6853517" y="2837778"/>
            <a:ext cx="503144" cy="513790"/>
            <a:chOff x="7614919" y="3216148"/>
            <a:chExt cx="570230" cy="582295"/>
          </a:xfrm>
        </p:grpSpPr>
        <p:pic>
          <p:nvPicPr>
            <p:cNvPr id="145" name="object 14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614919" y="3228340"/>
              <a:ext cx="569976" cy="493775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39303" y="3216148"/>
              <a:ext cx="521207" cy="582167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7616612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50" name="object 150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3" name="object 15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6" name="object 15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9" name="object 15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2" name="object 16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5" name="object 16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8" name="object 16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177" name="object 177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8" name="object 17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1" name="object 181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C0128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184" name="object 18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965695" y="6166612"/>
              <a:ext cx="1301496" cy="438912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7" name="object 18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2503021" y="1176059"/>
            <a:ext cx="4459381" cy="5101478"/>
            <a:chOff x="2684357" y="1332866"/>
            <a:chExt cx="5053965" cy="5781675"/>
          </a:xfrm>
        </p:grpSpPr>
        <p:sp>
          <p:nvSpPr>
            <p:cNvPr id="195" name="object 195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7" name="object 197"/>
          <p:cNvSpPr txBox="1"/>
          <p:nvPr/>
        </p:nvSpPr>
        <p:spPr>
          <a:xfrm>
            <a:off x="793825" y="1742291"/>
            <a:ext cx="1812551" cy="230488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510412" y="4246133"/>
            <a:ext cx="58438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677" spc="40" dirty="0">
                <a:latin typeface="Times New Roman"/>
                <a:cs typeface="Times New Roman"/>
              </a:rPr>
              <a:t>De</a:t>
            </a:r>
            <a:r>
              <a:rPr sz="1677" spc="-529" dirty="0">
                <a:latin typeface="Times New Roman"/>
                <a:cs typeface="Times New Roman"/>
              </a:rPr>
              <a:t>s</a:t>
            </a:r>
            <a:r>
              <a:rPr sz="2515" spc="-609" baseline="20467" dirty="0">
                <a:solidFill>
                  <a:srgbClr val="114FFB"/>
                </a:solidFill>
                <a:latin typeface="Courier New"/>
                <a:cs typeface="Courier New"/>
              </a:rPr>
              <a:t>S</a:t>
            </a:r>
            <a:r>
              <a:rPr sz="1677" spc="4" dirty="0">
                <a:latin typeface="Times New Roman"/>
                <a:cs typeface="Times New Roman"/>
              </a:rPr>
              <a:t>t</a:t>
            </a:r>
            <a:r>
              <a:rPr sz="2515" spc="53" baseline="20467" dirty="0">
                <a:solidFill>
                  <a:srgbClr val="114FFB"/>
                </a:solidFill>
                <a:latin typeface="Courier New"/>
                <a:cs typeface="Courier New"/>
              </a:rPr>
              <a:t>T</a:t>
            </a:r>
            <a:endParaRPr sz="2515" baseline="20467">
              <a:latin typeface="Courier New"/>
              <a:cs typeface="Courier New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1432985" y="4168140"/>
            <a:ext cx="1045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2" name="Slide Number Placeholder 191">
            <a:extLst>
              <a:ext uri="{FF2B5EF4-FFF2-40B4-BE49-F238E27FC236}">
                <a16:creationId xmlns:a16="http://schemas.microsoft.com/office/drawing/2014/main" id="{D9B804DA-70CD-0BAA-5432-80EE91D01E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883" y="1165654"/>
            <a:ext cx="7283263" cy="3961279"/>
            <a:chOff x="913933" y="1321074"/>
            <a:chExt cx="8254365" cy="448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11" y="5331460"/>
              <a:ext cx="2837688" cy="384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1" y="5285740"/>
              <a:ext cx="2529840" cy="524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3183" y="4707591"/>
            <a:ext cx="32553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5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8690" y="4707591"/>
            <a:ext cx="632012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89">
              <a:lnSpc>
                <a:spcPts val="1465"/>
              </a:lnSpc>
            </a:pPr>
            <a:r>
              <a:rPr sz="1324" b="1" spc="-18" dirty="0">
                <a:latin typeface="Times New Roman"/>
                <a:cs typeface="Times New Roman"/>
              </a:rPr>
              <a:t>DIVD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0383" y="4707591"/>
            <a:ext cx="1397374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815">
              <a:lnSpc>
                <a:spcPts val="1465"/>
              </a:lnSpc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ROB2</a:t>
            </a:r>
            <a:r>
              <a:rPr sz="1324" b="1" dirty="0">
                <a:latin typeface="Times New Roman"/>
                <a:cs typeface="Times New Roman"/>
              </a:rPr>
              <a:t>,</a:t>
            </a:r>
            <a:r>
              <a:rPr sz="1324" b="1" spc="-57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1051" y="4521349"/>
            <a:ext cx="5502649" cy="712694"/>
            <a:chOff x="494791" y="5124196"/>
            <a:chExt cx="6236335" cy="8077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2" y="5547868"/>
              <a:ext cx="2837688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115" y="5335270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39" y="5169916"/>
              <a:ext cx="2916936" cy="384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791" y="5124196"/>
              <a:ext cx="2441448" cy="524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6729" y="4564903"/>
            <a:ext cx="334496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8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1155" y="4564903"/>
            <a:ext cx="59335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059">
              <a:lnSpc>
                <a:spcPts val="1468"/>
              </a:lnSpc>
            </a:pP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4203" y="4564903"/>
            <a:ext cx="1498226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507">
              <a:lnSpc>
                <a:spcPts val="1468"/>
              </a:lnSpc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0870" y="4551456"/>
            <a:ext cx="8062632" cy="1761564"/>
            <a:chOff x="460586" y="5158316"/>
            <a:chExt cx="9137650" cy="1996439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386323"/>
              <a:ext cx="2916936" cy="38404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01226" y="5389173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226" y="5389173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840" y="5602731"/>
              <a:ext cx="2916936" cy="3840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01226" y="5604791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01226" y="5604791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38" name="object 38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ROB5 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534784" y="1126939"/>
            <a:ext cx="3821766" cy="1651747"/>
            <a:chOff x="3853688" y="1277197"/>
            <a:chExt cx="4331335" cy="1871980"/>
          </a:xfrm>
        </p:grpSpPr>
        <p:pic>
          <p:nvPicPr>
            <p:cNvPr id="58" name="object 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93312" y="1289812"/>
              <a:ext cx="573024" cy="49072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93312" y="1612900"/>
              <a:ext cx="573024" cy="49072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7" name="object 6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3" name="object 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14920" y="1612900"/>
              <a:ext cx="569976" cy="49072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2" name="object 8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93312" y="1935988"/>
              <a:ext cx="573024" cy="49072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5" name="object 8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0" name="object 90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1" name="object 9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14920" y="1935988"/>
              <a:ext cx="569976" cy="490727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3" name="object 93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4" name="object 9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93312" y="2259076"/>
              <a:ext cx="573024" cy="490727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897207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6" name="object 96"/>
            <p:cNvSpPr/>
            <p:nvPr/>
          </p:nvSpPr>
          <p:spPr>
            <a:xfrm>
              <a:off x="3897207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7" name="object 9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98696" y="2259076"/>
              <a:ext cx="1219200" cy="490727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301490" y="226271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9" name="object 99"/>
            <p:cNvSpPr/>
            <p:nvPr/>
          </p:nvSpPr>
          <p:spPr>
            <a:xfrm>
              <a:off x="4301490" y="226271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0" name="object 10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50255" y="2259076"/>
              <a:ext cx="2432304" cy="490727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5352627" y="226271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352627" y="226271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3" name="object 10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14920" y="2259076"/>
              <a:ext cx="569976" cy="49072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616612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616612" y="226271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6" name="object 10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93312" y="2582164"/>
              <a:ext cx="573024" cy="49377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53688" y="2566924"/>
              <a:ext cx="652272" cy="582167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3573183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3877">
              <a:spcBef>
                <a:spcPts val="57"/>
              </a:spcBef>
            </a:pPr>
            <a:r>
              <a:rPr sz="1500" b="1" spc="-22" dirty="0">
                <a:latin typeface="Courier New"/>
                <a:cs typeface="Courier New"/>
              </a:rPr>
              <a:t>F2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3478306" y="2550010"/>
            <a:ext cx="688601" cy="513790"/>
            <a:chOff x="3789679" y="2890011"/>
            <a:chExt cx="780415" cy="582295"/>
          </a:xfrm>
        </p:grpSpPr>
        <p:pic>
          <p:nvPicPr>
            <p:cNvPr id="111" name="object 1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93311" y="2905251"/>
              <a:ext cx="573024" cy="493775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789679" y="2890011"/>
              <a:ext cx="780288" cy="582168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3573183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164">
              <a:spcBef>
                <a:spcPts val="57"/>
              </a:spcBef>
            </a:pP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3534784" y="2837778"/>
            <a:ext cx="575982" cy="513790"/>
            <a:chOff x="3853688" y="3216148"/>
            <a:chExt cx="652780" cy="582295"/>
          </a:xfrm>
        </p:grpSpPr>
        <p:pic>
          <p:nvPicPr>
            <p:cNvPr id="116" name="object 11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53688" y="3216148"/>
              <a:ext cx="652272" cy="582167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3573183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63877">
              <a:spcBef>
                <a:spcPts val="53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3916456" y="2264932"/>
            <a:ext cx="3084979" cy="1019735"/>
            <a:chOff x="4286250" y="2566923"/>
            <a:chExt cx="3496310" cy="1155700"/>
          </a:xfrm>
        </p:grpSpPr>
        <p:pic>
          <p:nvPicPr>
            <p:cNvPr id="121" name="object 12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298696" y="2582163"/>
              <a:ext cx="1219200" cy="493775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4" name="object 12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298696" y="2905251"/>
              <a:ext cx="1219200" cy="493775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7" name="object 12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298696" y="3228339"/>
              <a:ext cx="1219200" cy="493775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0" name="object 13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50255" y="2582163"/>
              <a:ext cx="2432304" cy="493775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335016" y="2566923"/>
              <a:ext cx="2206751" cy="582167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4857376" y="2281891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DIVD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F2,F10,F6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4841837" y="2550010"/>
            <a:ext cx="2159934" cy="513790"/>
            <a:chOff x="5335015" y="2890011"/>
            <a:chExt cx="2447925" cy="582295"/>
          </a:xfrm>
        </p:grpSpPr>
        <p:pic>
          <p:nvPicPr>
            <p:cNvPr id="135" name="object 13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50255" y="2905251"/>
              <a:ext cx="2432304" cy="49377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35015" y="2890011"/>
              <a:ext cx="2206751" cy="582168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4857376" y="2567267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40" name="object 14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4857376" y="2852644"/>
            <a:ext cx="1998009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85169">
              <a:spcBef>
                <a:spcPts val="53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6853517" y="2264932"/>
            <a:ext cx="503144" cy="513790"/>
            <a:chOff x="7614919" y="2566923"/>
            <a:chExt cx="570230" cy="582295"/>
          </a:xfrm>
        </p:grpSpPr>
        <p:pic>
          <p:nvPicPr>
            <p:cNvPr id="145" name="object 14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614919" y="2582163"/>
              <a:ext cx="569976" cy="493775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39303" y="2566923"/>
              <a:ext cx="521207" cy="582167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7616612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6855012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6853517" y="2550010"/>
            <a:ext cx="503144" cy="513790"/>
            <a:chOff x="7614919" y="2890011"/>
            <a:chExt cx="570230" cy="582295"/>
          </a:xfrm>
        </p:grpSpPr>
        <p:pic>
          <p:nvPicPr>
            <p:cNvPr id="150" name="object 15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614919" y="2905251"/>
              <a:ext cx="569976" cy="493775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639303" y="2890011"/>
              <a:ext cx="521207" cy="58216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7616612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6855012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6853517" y="2837778"/>
            <a:ext cx="503144" cy="513790"/>
            <a:chOff x="7614919" y="3216148"/>
            <a:chExt cx="570230" cy="582295"/>
          </a:xfrm>
        </p:grpSpPr>
        <p:pic>
          <p:nvPicPr>
            <p:cNvPr id="155" name="object 15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614919" y="3228340"/>
              <a:ext cx="569976" cy="493775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639303" y="3216148"/>
              <a:ext cx="521207" cy="582167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7616612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60" name="object 160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3" name="object 16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6" name="object 16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9" name="object 16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2" name="object 17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5" name="object 17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8" name="object 17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1" name="object 181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187" name="object 187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8" name="object 18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C0128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194" name="object 19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965695" y="6166612"/>
              <a:ext cx="1301496" cy="438912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7" name="object 19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9" name="object 199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1" name="object 201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2503021" y="1176059"/>
            <a:ext cx="4459381" cy="5101478"/>
            <a:chOff x="2684357" y="1332866"/>
            <a:chExt cx="5053965" cy="5781675"/>
          </a:xfrm>
        </p:grpSpPr>
        <p:sp>
          <p:nvSpPr>
            <p:cNvPr id="205" name="object 205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793825" y="1742291"/>
            <a:ext cx="1812551" cy="230488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510412" y="4246133"/>
            <a:ext cx="58438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677" spc="40" dirty="0">
                <a:latin typeface="Times New Roman"/>
                <a:cs typeface="Times New Roman"/>
              </a:rPr>
              <a:t>De</a:t>
            </a:r>
            <a:r>
              <a:rPr sz="1677" spc="-529" dirty="0">
                <a:latin typeface="Times New Roman"/>
                <a:cs typeface="Times New Roman"/>
              </a:rPr>
              <a:t>s</a:t>
            </a:r>
            <a:r>
              <a:rPr sz="2515" spc="-609" baseline="20467" dirty="0">
                <a:solidFill>
                  <a:srgbClr val="114FFB"/>
                </a:solidFill>
                <a:latin typeface="Courier New"/>
                <a:cs typeface="Courier New"/>
              </a:rPr>
              <a:t>S</a:t>
            </a:r>
            <a:r>
              <a:rPr sz="1677" spc="4" dirty="0">
                <a:latin typeface="Times New Roman"/>
                <a:cs typeface="Times New Roman"/>
              </a:rPr>
              <a:t>t</a:t>
            </a:r>
            <a:r>
              <a:rPr sz="2515" spc="53" baseline="20467" dirty="0">
                <a:solidFill>
                  <a:srgbClr val="114FFB"/>
                </a:solidFill>
                <a:latin typeface="Courier New"/>
                <a:cs typeface="Courier New"/>
              </a:rPr>
              <a:t>T</a:t>
            </a:r>
            <a:endParaRPr sz="2515" baseline="20467">
              <a:latin typeface="Courier New"/>
              <a:cs typeface="Courier New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432985" y="4168140"/>
            <a:ext cx="1045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2" name="Slide Number Placeholder 191">
            <a:extLst>
              <a:ext uri="{FF2B5EF4-FFF2-40B4-BE49-F238E27FC236}">
                <a16:creationId xmlns:a16="http://schemas.microsoft.com/office/drawing/2014/main" id="{33E10B94-7DE4-2B11-48B2-8286B50E2D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883" y="1165654"/>
            <a:ext cx="7283263" cy="3961279"/>
            <a:chOff x="913933" y="1321074"/>
            <a:chExt cx="8254365" cy="448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11" y="5331460"/>
              <a:ext cx="2837688" cy="384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1" y="5285740"/>
              <a:ext cx="2529840" cy="524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3183" y="4707591"/>
            <a:ext cx="32553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5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8690" y="4707591"/>
            <a:ext cx="632012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89">
              <a:lnSpc>
                <a:spcPts val="1465"/>
              </a:lnSpc>
            </a:pPr>
            <a:r>
              <a:rPr sz="1324" b="1" spc="-18" dirty="0">
                <a:latin typeface="Times New Roman"/>
                <a:cs typeface="Times New Roman"/>
              </a:rPr>
              <a:t>DIVD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0383" y="4707591"/>
            <a:ext cx="1397374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815">
              <a:lnSpc>
                <a:spcPts val="1465"/>
              </a:lnSpc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ROB2</a:t>
            </a:r>
            <a:r>
              <a:rPr sz="1324" b="1" dirty="0">
                <a:latin typeface="Times New Roman"/>
                <a:cs typeface="Times New Roman"/>
              </a:rPr>
              <a:t>,</a:t>
            </a:r>
            <a:r>
              <a:rPr sz="1324" b="1" spc="-57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3282" y="4521349"/>
            <a:ext cx="5510493" cy="712694"/>
            <a:chOff x="485986" y="5124196"/>
            <a:chExt cx="6245225" cy="8077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2" y="5547868"/>
              <a:ext cx="2837688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115" y="5335270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40" y="5169916"/>
              <a:ext cx="2916936" cy="384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792" y="5124196"/>
              <a:ext cx="2441448" cy="524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39613" y="4538382"/>
            <a:ext cx="96594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3282" y="4733814"/>
            <a:ext cx="2584637" cy="465604"/>
            <a:chOff x="485986" y="5364988"/>
            <a:chExt cx="2929255" cy="52768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413756"/>
              <a:ext cx="2916936" cy="3840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4792" y="5364988"/>
              <a:ext cx="2441448" cy="5273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01226" y="541612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226" y="541612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39728" y="4753535"/>
            <a:ext cx="96650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ROB5</a:t>
            </a:r>
            <a:r>
              <a:rPr sz="1324" b="1" dirty="0">
                <a:solidFill>
                  <a:srgbClr val="FC0128"/>
                </a:solidFill>
                <a:latin typeface="Times New Roman"/>
                <a:cs typeface="Times New Roman"/>
              </a:rPr>
              <a:t>,</a:t>
            </a:r>
            <a:r>
              <a:rPr sz="1324" b="1" spc="-57" dirty="0">
                <a:solidFill>
                  <a:srgbClr val="FC0128"/>
                </a:solidFill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3282" y="4551455"/>
            <a:ext cx="2584637" cy="1608044"/>
            <a:chOff x="485986" y="5158316"/>
            <a:chExt cx="2929255" cy="1822450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840" y="5627115"/>
              <a:ext cx="2916936" cy="3840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749126" y="215616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1107978" y="6546422"/>
            <a:ext cx="7744946" cy="0"/>
          </a:xfrm>
          <a:custGeom>
            <a:avLst/>
            <a:gdLst/>
            <a:ahLst/>
            <a:cxnLst/>
            <a:rect l="l" t="t" r="r" b="b"/>
            <a:pathLst>
              <a:path w="8777605">
                <a:moveTo>
                  <a:pt x="0" y="0"/>
                </a:moveTo>
                <a:lnTo>
                  <a:pt x="8777291" y="1"/>
                </a:lnTo>
              </a:path>
            </a:pathLst>
          </a:custGeom>
          <a:ln w="808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40" name="object 40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ROB5 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534784" y="1126939"/>
            <a:ext cx="575982" cy="796737"/>
            <a:chOff x="3853688" y="1277197"/>
            <a:chExt cx="652780" cy="902969"/>
          </a:xfrm>
        </p:grpSpPr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289812"/>
              <a:ext cx="573024" cy="49072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612900"/>
              <a:ext cx="573024" cy="49072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53688" y="1597660"/>
              <a:ext cx="652272" cy="582168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573183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63877">
              <a:spcBef>
                <a:spcPts val="44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916456" y="1126939"/>
            <a:ext cx="3084979" cy="796737"/>
            <a:chOff x="4286250" y="1277197"/>
            <a:chExt cx="3496310" cy="902969"/>
          </a:xfrm>
        </p:grpSpPr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35016" y="1597660"/>
              <a:ext cx="2078736" cy="58216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857376" y="1425761"/>
            <a:ext cx="1998009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85169">
              <a:spcBef>
                <a:spcPts val="44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F0,F4,F6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841565" y="1126939"/>
            <a:ext cx="514910" cy="796737"/>
            <a:chOff x="7601373" y="1277197"/>
            <a:chExt cx="583565" cy="902969"/>
          </a:xfrm>
        </p:grpSpPr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5" name="object 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14920" y="1612900"/>
              <a:ext cx="569976" cy="49072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39304" y="1597660"/>
              <a:ext cx="521207" cy="582168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7616613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6855012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algn="ctr">
              <a:spcBef>
                <a:spcPts val="44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534784" y="1694778"/>
            <a:ext cx="575982" cy="513790"/>
            <a:chOff x="3853688" y="1920748"/>
            <a:chExt cx="652780" cy="582295"/>
          </a:xfrm>
        </p:grpSpPr>
        <p:pic>
          <p:nvPicPr>
            <p:cNvPr id="90" name="object 9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93312" y="1935988"/>
              <a:ext cx="573024" cy="49072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53688" y="1920748"/>
              <a:ext cx="652272" cy="582167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3573183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877">
              <a:lnSpc>
                <a:spcPts val="1796"/>
              </a:lnSpc>
            </a:pPr>
            <a:r>
              <a:rPr sz="1500" b="1" spc="-22" dirty="0">
                <a:latin typeface="Courier New"/>
                <a:cs typeface="Courier New"/>
              </a:rPr>
              <a:t>F4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3916456" y="1694778"/>
            <a:ext cx="3084979" cy="513790"/>
            <a:chOff x="4286250" y="1920748"/>
            <a:chExt cx="3496310" cy="582295"/>
          </a:xfrm>
        </p:grpSpPr>
        <p:pic>
          <p:nvPicPr>
            <p:cNvPr id="95" name="object 9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7" name="object 97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8" name="object 9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35016" y="1920748"/>
              <a:ext cx="1947672" cy="582167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4857376" y="1720056"/>
            <a:ext cx="1998009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796"/>
              </a:lnSpc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F4,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0(R3)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6853517" y="1694778"/>
            <a:ext cx="503144" cy="513790"/>
            <a:chOff x="7614919" y="1920748"/>
            <a:chExt cx="570230" cy="582295"/>
          </a:xfrm>
        </p:grpSpPr>
        <p:pic>
          <p:nvPicPr>
            <p:cNvPr id="103" name="object 10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614919" y="1935988"/>
              <a:ext cx="569976" cy="490727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39303" y="1920748"/>
              <a:ext cx="521207" cy="58216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6855012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96"/>
              </a:lnSpc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534784" y="1979855"/>
            <a:ext cx="575982" cy="513790"/>
            <a:chOff x="3853688" y="2243835"/>
            <a:chExt cx="652780" cy="582295"/>
          </a:xfrm>
        </p:grpSpPr>
        <p:pic>
          <p:nvPicPr>
            <p:cNvPr id="108" name="object 10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93312" y="2259075"/>
              <a:ext cx="573024" cy="49072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853688" y="2243835"/>
              <a:ext cx="652272" cy="582168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3573183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63877">
              <a:spcBef>
                <a:spcPts val="62"/>
              </a:spcBef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3916456" y="1979855"/>
            <a:ext cx="3084979" cy="513790"/>
            <a:chOff x="4286250" y="2243835"/>
            <a:chExt cx="3496310" cy="582295"/>
          </a:xfrm>
        </p:grpSpPr>
        <p:pic>
          <p:nvPicPr>
            <p:cNvPr id="113" name="object 11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298696" y="2259075"/>
              <a:ext cx="1219200" cy="490727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6" name="object 11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350255" y="2259075"/>
              <a:ext cx="2432304" cy="49072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335016" y="2243835"/>
              <a:ext cx="1819656" cy="58216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4857376" y="1996515"/>
            <a:ext cx="1998009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85169">
              <a:spcBef>
                <a:spcPts val="62"/>
              </a:spcBef>
            </a:pPr>
            <a:r>
              <a:rPr sz="1500" b="1" dirty="0">
                <a:latin typeface="Courier New"/>
                <a:cs typeface="Courier New"/>
              </a:rPr>
              <a:t>BNE</a:t>
            </a:r>
            <a:r>
              <a:rPr sz="1500" b="1" spc="-31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F2,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&lt;…&gt;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6853517" y="1979855"/>
            <a:ext cx="503144" cy="513790"/>
            <a:chOff x="7614919" y="2243835"/>
            <a:chExt cx="570230" cy="582295"/>
          </a:xfrm>
        </p:grpSpPr>
        <p:pic>
          <p:nvPicPr>
            <p:cNvPr id="121" name="object 12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614919" y="2259075"/>
              <a:ext cx="569976" cy="490727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39303" y="2243835"/>
              <a:ext cx="521207" cy="582168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7616612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6855012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algn="ctr">
              <a:spcBef>
                <a:spcPts val="62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3534784" y="2264932"/>
            <a:ext cx="575982" cy="513790"/>
            <a:chOff x="3853688" y="2566923"/>
            <a:chExt cx="652780" cy="582295"/>
          </a:xfrm>
        </p:grpSpPr>
        <p:pic>
          <p:nvPicPr>
            <p:cNvPr id="126" name="object 12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93312" y="2582163"/>
              <a:ext cx="573024" cy="49377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853688" y="2566923"/>
              <a:ext cx="652272" cy="582167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573183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3877">
              <a:spcBef>
                <a:spcPts val="57"/>
              </a:spcBef>
            </a:pPr>
            <a:r>
              <a:rPr sz="1500" b="1" spc="-22" dirty="0">
                <a:latin typeface="Courier New"/>
                <a:cs typeface="Courier New"/>
              </a:rPr>
              <a:t>F2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3478306" y="2550010"/>
            <a:ext cx="688601" cy="513790"/>
            <a:chOff x="3789679" y="2890011"/>
            <a:chExt cx="780415" cy="582295"/>
          </a:xfrm>
        </p:grpSpPr>
        <p:pic>
          <p:nvPicPr>
            <p:cNvPr id="131" name="object 13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93311" y="2905251"/>
              <a:ext cx="573024" cy="49377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789679" y="2890011"/>
              <a:ext cx="780288" cy="582168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3573183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164">
              <a:spcBef>
                <a:spcPts val="57"/>
              </a:spcBef>
            </a:pP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3534784" y="2837778"/>
            <a:ext cx="575982" cy="513790"/>
            <a:chOff x="3853688" y="3216148"/>
            <a:chExt cx="652780" cy="582295"/>
          </a:xfrm>
        </p:grpSpPr>
        <p:pic>
          <p:nvPicPr>
            <p:cNvPr id="136" name="object 13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53688" y="3216148"/>
              <a:ext cx="652272" cy="582167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3573183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63877">
              <a:spcBef>
                <a:spcPts val="53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3916456" y="2264932"/>
            <a:ext cx="3084979" cy="1019735"/>
            <a:chOff x="4286250" y="2566923"/>
            <a:chExt cx="3496310" cy="1155700"/>
          </a:xfrm>
        </p:grpSpPr>
        <p:pic>
          <p:nvPicPr>
            <p:cNvPr id="141" name="object 14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298696" y="2582163"/>
              <a:ext cx="1219200" cy="493775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4" name="object 14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298696" y="2905251"/>
              <a:ext cx="1219200" cy="493775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7" name="object 14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298696" y="3228339"/>
              <a:ext cx="1219200" cy="493775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0" name="object 15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350255" y="2582163"/>
              <a:ext cx="2432304" cy="493775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335016" y="2566923"/>
              <a:ext cx="2206751" cy="582167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4857376" y="2281891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DIVD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F2,F10,F6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4841837" y="2550010"/>
            <a:ext cx="2159934" cy="513790"/>
            <a:chOff x="5335015" y="2890011"/>
            <a:chExt cx="2447925" cy="582295"/>
          </a:xfrm>
        </p:grpSpPr>
        <p:pic>
          <p:nvPicPr>
            <p:cNvPr id="155" name="object 15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350255" y="2905251"/>
              <a:ext cx="2432304" cy="493775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35015" y="2890011"/>
              <a:ext cx="2206751" cy="582168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4857376" y="2567267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60" name="object 16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3" name="object 163"/>
          <p:cNvSpPr txBox="1"/>
          <p:nvPr/>
        </p:nvSpPr>
        <p:spPr>
          <a:xfrm>
            <a:off x="4857376" y="2852644"/>
            <a:ext cx="1998009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85169">
              <a:spcBef>
                <a:spcPts val="53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6853517" y="2264932"/>
            <a:ext cx="503144" cy="513790"/>
            <a:chOff x="7614919" y="2566923"/>
            <a:chExt cx="570230" cy="582295"/>
          </a:xfrm>
        </p:grpSpPr>
        <p:pic>
          <p:nvPicPr>
            <p:cNvPr id="165" name="object 16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14919" y="2582163"/>
              <a:ext cx="569976" cy="493775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39303" y="2566923"/>
              <a:ext cx="521207" cy="582167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7616612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8" name="object 168"/>
          <p:cNvSpPr txBox="1"/>
          <p:nvPr/>
        </p:nvSpPr>
        <p:spPr>
          <a:xfrm>
            <a:off x="6855012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6853517" y="2550010"/>
            <a:ext cx="503144" cy="513790"/>
            <a:chOff x="7614919" y="2890011"/>
            <a:chExt cx="570230" cy="582295"/>
          </a:xfrm>
        </p:grpSpPr>
        <p:pic>
          <p:nvPicPr>
            <p:cNvPr id="170" name="object 17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614919" y="2905251"/>
              <a:ext cx="569976" cy="493775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639303" y="2890011"/>
              <a:ext cx="521207" cy="582168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7616612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3" name="object 173"/>
          <p:cNvSpPr txBox="1"/>
          <p:nvPr/>
        </p:nvSpPr>
        <p:spPr>
          <a:xfrm>
            <a:off x="6855012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6853517" y="2837778"/>
            <a:ext cx="503144" cy="513790"/>
            <a:chOff x="7614919" y="3216148"/>
            <a:chExt cx="570230" cy="582295"/>
          </a:xfrm>
        </p:grpSpPr>
        <p:pic>
          <p:nvPicPr>
            <p:cNvPr id="175" name="object 17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14919" y="3228340"/>
              <a:ext cx="569976" cy="493775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639303" y="3216148"/>
              <a:ext cx="521207" cy="582167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7616612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80" name="object 180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3" name="object 18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6" name="object 18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9" name="object 18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2" name="object 19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5" name="object 19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8" name="object 19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1" name="object 201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207" name="object 207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8" name="object 20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1" name="object 211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6280672" y="5424991"/>
            <a:ext cx="1148603" cy="462803"/>
            <a:chOff x="6965695" y="6148323"/>
            <a:chExt cx="1301750" cy="524510"/>
          </a:xfrm>
        </p:grpSpPr>
        <p:pic>
          <p:nvPicPr>
            <p:cNvPr id="214" name="object 21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965695" y="6166611"/>
              <a:ext cx="1301496" cy="438912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965695" y="6148323"/>
              <a:ext cx="1127759" cy="524256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6969759" y="6170788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6284258" y="5444814"/>
            <a:ext cx="333375" cy="212260"/>
          </a:xfrm>
          <a:prstGeom prst="rect">
            <a:avLst/>
          </a:prstGeom>
          <a:solidFill>
            <a:srgbClr val="FFFFFF"/>
          </a:solidFill>
          <a:ln w="30322">
            <a:solidFill>
              <a:srgbClr val="000000"/>
            </a:solidFill>
          </a:ln>
        </p:spPr>
        <p:txBody>
          <a:bodyPr vert="horz" wrap="square" lIns="0" tIns="8404" rIns="0" bIns="0" rtlCol="0">
            <a:spAutoFit/>
          </a:bodyPr>
          <a:lstStyle/>
          <a:p>
            <a:pPr marL="85169">
              <a:spcBef>
                <a:spcPts val="66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6617198" y="5444814"/>
            <a:ext cx="666190" cy="2122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8404" rIns="0" bIns="0" rtlCol="0">
            <a:spAutoFit/>
          </a:bodyPr>
          <a:lstStyle/>
          <a:p>
            <a:pPr marL="43705">
              <a:spcBef>
                <a:spcPts val="66"/>
              </a:spcBef>
            </a:pP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0+R3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19" name="object 219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220" name="object 22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2" name="object 222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227" name="object 227"/>
          <p:cNvGrpSpPr/>
          <p:nvPr/>
        </p:nvGrpSpPr>
        <p:grpSpPr>
          <a:xfrm>
            <a:off x="2066364" y="1176059"/>
            <a:ext cx="4895850" cy="5101478"/>
            <a:chOff x="2189479" y="1332866"/>
            <a:chExt cx="5548630" cy="5781675"/>
          </a:xfrm>
        </p:grpSpPr>
        <p:sp>
          <p:nvSpPr>
            <p:cNvPr id="228" name="object 228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0" name="object 23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189479" y="5660644"/>
              <a:ext cx="304800" cy="137160"/>
            </a:xfrm>
            <a:prstGeom prst="rect">
              <a:avLst/>
            </a:prstGeom>
          </p:spPr>
        </p:pic>
      </p:grpSp>
      <p:sp>
        <p:nvSpPr>
          <p:cNvPr id="231" name="object 231"/>
          <p:cNvSpPr txBox="1"/>
          <p:nvPr/>
        </p:nvSpPr>
        <p:spPr>
          <a:xfrm>
            <a:off x="793825" y="1742291"/>
            <a:ext cx="1812551" cy="230488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488001" y="4199576"/>
            <a:ext cx="983316" cy="775201"/>
          </a:xfrm>
          <a:prstGeom prst="rect">
            <a:avLst/>
          </a:prstGeom>
        </p:spPr>
        <p:txBody>
          <a:bodyPr vert="horz" wrap="square" lIns="0" tIns="57710" rIns="0" bIns="0" rtlCol="0">
            <a:spAutoFit/>
          </a:bodyPr>
          <a:lstStyle/>
          <a:p>
            <a:pPr marL="56032">
              <a:spcBef>
                <a:spcPts val="454"/>
              </a:spcBef>
            </a:pPr>
            <a:r>
              <a:rPr sz="1677" spc="141" dirty="0">
                <a:latin typeface="Times New Roman"/>
                <a:cs typeface="Times New Roman"/>
              </a:rPr>
              <a:t>De</a:t>
            </a:r>
            <a:r>
              <a:rPr sz="1677" spc="-427" dirty="0">
                <a:latin typeface="Times New Roman"/>
                <a:cs typeface="Times New Roman"/>
              </a:rPr>
              <a:t>s</a:t>
            </a:r>
            <a:r>
              <a:rPr sz="2515" spc="-456" baseline="20467" dirty="0">
                <a:solidFill>
                  <a:srgbClr val="114FFB"/>
                </a:solidFill>
                <a:latin typeface="Courier New"/>
                <a:cs typeface="Courier New"/>
              </a:rPr>
              <a:t>S</a:t>
            </a:r>
            <a:r>
              <a:rPr sz="1677" spc="106" dirty="0">
                <a:latin typeface="Times New Roman"/>
                <a:cs typeface="Times New Roman"/>
              </a:rPr>
              <a:t>t</a:t>
            </a:r>
            <a:r>
              <a:rPr sz="2515" spc="205" baseline="20467" dirty="0">
                <a:solidFill>
                  <a:srgbClr val="114FFB"/>
                </a:solidFill>
                <a:latin typeface="Courier New"/>
                <a:cs typeface="Courier New"/>
              </a:rPr>
              <a:t>T</a:t>
            </a:r>
            <a:endParaRPr sz="2515" baseline="20467">
              <a:latin typeface="Courier New"/>
              <a:cs typeface="Courier New"/>
            </a:endParaRPr>
          </a:p>
          <a:p>
            <a:pPr marL="174261">
              <a:spcBef>
                <a:spcPts val="287"/>
              </a:spcBef>
              <a:tabLst>
                <a:tab pos="456104" algn="l"/>
              </a:tabLst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  <a:p>
            <a:pPr marL="174261">
              <a:spcBef>
                <a:spcPts val="106"/>
              </a:spcBef>
              <a:tabLst>
                <a:tab pos="456104" algn="l"/>
              </a:tabLst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1432985" y="4168140"/>
            <a:ext cx="1045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36" name="Slide Number Placeholder 191">
            <a:extLst>
              <a:ext uri="{FF2B5EF4-FFF2-40B4-BE49-F238E27FC236}">
                <a16:creationId xmlns:a16="http://schemas.microsoft.com/office/drawing/2014/main" id="{A37631F8-7148-929E-603B-4EFA054E19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883" y="1165654"/>
            <a:ext cx="7283263" cy="3961279"/>
            <a:chOff x="913933" y="1321074"/>
            <a:chExt cx="8254365" cy="448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11" y="5331460"/>
              <a:ext cx="2837688" cy="384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1" y="5285740"/>
              <a:ext cx="2529840" cy="524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3183" y="4707591"/>
            <a:ext cx="32553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5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8690" y="4707591"/>
            <a:ext cx="632012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89">
              <a:lnSpc>
                <a:spcPts val="1465"/>
              </a:lnSpc>
            </a:pPr>
            <a:r>
              <a:rPr sz="1324" b="1" spc="-18" dirty="0">
                <a:latin typeface="Times New Roman"/>
                <a:cs typeface="Times New Roman"/>
              </a:rPr>
              <a:t>DIVD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0383" y="4707591"/>
            <a:ext cx="1397374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815">
              <a:lnSpc>
                <a:spcPts val="1465"/>
              </a:lnSpc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ROB2</a:t>
            </a:r>
            <a:r>
              <a:rPr sz="1324" b="1" dirty="0">
                <a:latin typeface="Times New Roman"/>
                <a:cs typeface="Times New Roman"/>
              </a:rPr>
              <a:t>,</a:t>
            </a:r>
            <a:r>
              <a:rPr sz="1324" b="1" spc="-57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3282" y="4521349"/>
            <a:ext cx="5510493" cy="712694"/>
            <a:chOff x="485986" y="5124196"/>
            <a:chExt cx="6245225" cy="8077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2" y="5547868"/>
              <a:ext cx="2837688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115" y="5335270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40" y="5169916"/>
              <a:ext cx="2916936" cy="384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792" y="5124196"/>
              <a:ext cx="2441448" cy="524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39613" y="4538382"/>
            <a:ext cx="96594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3282" y="4733814"/>
            <a:ext cx="2584637" cy="465604"/>
            <a:chOff x="485986" y="5364988"/>
            <a:chExt cx="2929255" cy="52768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413756"/>
              <a:ext cx="2916936" cy="3840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4792" y="5364988"/>
              <a:ext cx="2441448" cy="5273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01226" y="541612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226" y="541612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39728" y="4753535"/>
            <a:ext cx="96650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ROB5</a:t>
            </a:r>
            <a:r>
              <a:rPr sz="1324" b="1" dirty="0">
                <a:solidFill>
                  <a:srgbClr val="FC0128"/>
                </a:solidFill>
                <a:latin typeface="Times New Roman"/>
                <a:cs typeface="Times New Roman"/>
              </a:rPr>
              <a:t>,</a:t>
            </a:r>
            <a:r>
              <a:rPr sz="1324" b="1" spc="-57" dirty="0">
                <a:solidFill>
                  <a:srgbClr val="FC0128"/>
                </a:solidFill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0870" y="4551456"/>
            <a:ext cx="8062632" cy="1761564"/>
            <a:chOff x="460586" y="5158316"/>
            <a:chExt cx="9137650" cy="1996439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840" y="5627115"/>
              <a:ext cx="2916936" cy="3840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749126" y="215616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40" name="object 40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FF"/>
                </a:solidFill>
                <a:latin typeface="Times New Roman"/>
                <a:cs typeface="Times New Roman"/>
              </a:rPr>
              <a:t>ROB5 </a:t>
            </a: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534784" y="1124623"/>
            <a:ext cx="575982" cy="513790"/>
            <a:chOff x="3853688" y="1274572"/>
            <a:chExt cx="652780" cy="582295"/>
          </a:xfrm>
        </p:grpSpPr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289812"/>
              <a:ext cx="573024" cy="49072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53688" y="1274572"/>
              <a:ext cx="652272" cy="58216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586560" y="1201326"/>
            <a:ext cx="33001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50429">
              <a:lnSpc>
                <a:spcPts val="1368"/>
              </a:lnSpc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534784" y="1409700"/>
            <a:ext cx="575982" cy="513790"/>
            <a:chOff x="3853688" y="1597660"/>
            <a:chExt cx="652780" cy="582295"/>
          </a:xfrm>
        </p:grpSpPr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612900"/>
              <a:ext cx="573024" cy="49072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53688" y="1597660"/>
              <a:ext cx="652272" cy="58216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573183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63877">
              <a:spcBef>
                <a:spcPts val="44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916456" y="1124623"/>
            <a:ext cx="1086971" cy="513790"/>
            <a:chOff x="4286250" y="1274572"/>
            <a:chExt cx="1231900" cy="582295"/>
          </a:xfrm>
        </p:grpSpPr>
        <p:pic>
          <p:nvPicPr>
            <p:cNvPr id="71" name="object 7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51095" y="1274572"/>
              <a:ext cx="911351" cy="58216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943279" y="1201326"/>
            <a:ext cx="90095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21328">
              <a:lnSpc>
                <a:spcPts val="1368"/>
              </a:lnSpc>
            </a:pPr>
            <a:r>
              <a:rPr sz="1500" b="1" spc="-18" dirty="0">
                <a:solidFill>
                  <a:srgbClr val="FF0000"/>
                </a:solidFill>
                <a:latin typeface="Courier New"/>
                <a:cs typeface="Courier New"/>
              </a:rPr>
              <a:t>ROB5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916456" y="1124622"/>
            <a:ext cx="3084979" cy="731744"/>
            <a:chOff x="4286250" y="1274572"/>
            <a:chExt cx="3496310" cy="829310"/>
          </a:xfrm>
        </p:grpSpPr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35016" y="1274572"/>
              <a:ext cx="1947672" cy="582167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4870753" y="1201326"/>
            <a:ext cx="1971115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71721">
              <a:lnSpc>
                <a:spcPts val="1368"/>
              </a:lnSpc>
            </a:pPr>
            <a:r>
              <a:rPr sz="1500" b="1" dirty="0">
                <a:latin typeface="Courier New"/>
                <a:cs typeface="Courier New"/>
              </a:rPr>
              <a:t>ST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0(R3),</a:t>
            </a:r>
            <a:r>
              <a:rPr sz="1500" b="1" spc="-35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F4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4841837" y="1409700"/>
            <a:ext cx="2159934" cy="513790"/>
            <a:chOff x="5335015" y="1597660"/>
            <a:chExt cx="2447925" cy="582295"/>
          </a:xfrm>
        </p:grpSpPr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35015" y="1597660"/>
              <a:ext cx="2078736" cy="58216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352626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4857376" y="1425761"/>
            <a:ext cx="1998009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85169">
              <a:spcBef>
                <a:spcPts val="44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F0,F4,F6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841565" y="1124623"/>
            <a:ext cx="514910" cy="513790"/>
            <a:chOff x="7601373" y="1274572"/>
            <a:chExt cx="583565" cy="582295"/>
          </a:xfrm>
        </p:grpSpPr>
        <p:pic>
          <p:nvPicPr>
            <p:cNvPr id="91" name="object 9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4" y="1274572"/>
              <a:ext cx="521207" cy="58216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4" name="object 94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6868389" y="1201326"/>
            <a:ext cx="33001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582">
              <a:lnSpc>
                <a:spcPts val="1368"/>
              </a:lnSpc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6853517" y="1409700"/>
            <a:ext cx="503144" cy="513790"/>
            <a:chOff x="7614919" y="1597660"/>
            <a:chExt cx="570230" cy="582295"/>
          </a:xfrm>
        </p:grpSpPr>
        <p:pic>
          <p:nvPicPr>
            <p:cNvPr id="97" name="object 9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14919" y="1612900"/>
              <a:ext cx="569976" cy="490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3" y="1597660"/>
              <a:ext cx="521207" cy="582168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6855012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algn="ctr">
              <a:spcBef>
                <a:spcPts val="44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3534784" y="1694778"/>
            <a:ext cx="575982" cy="513790"/>
            <a:chOff x="3853688" y="1920748"/>
            <a:chExt cx="652780" cy="582295"/>
          </a:xfrm>
        </p:grpSpPr>
        <p:pic>
          <p:nvPicPr>
            <p:cNvPr id="102" name="object 10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93312" y="1935988"/>
              <a:ext cx="573024" cy="490727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53688" y="1920748"/>
              <a:ext cx="652272" cy="58216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573183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877">
              <a:lnSpc>
                <a:spcPts val="1796"/>
              </a:lnSpc>
            </a:pPr>
            <a:r>
              <a:rPr sz="1500" b="1" spc="-22" dirty="0">
                <a:latin typeface="Courier New"/>
                <a:cs typeface="Courier New"/>
              </a:rPr>
              <a:t>F4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3916456" y="1694778"/>
            <a:ext cx="3084979" cy="513790"/>
            <a:chOff x="4286250" y="1920748"/>
            <a:chExt cx="3496310" cy="582295"/>
          </a:xfrm>
        </p:grpSpPr>
        <p:pic>
          <p:nvPicPr>
            <p:cNvPr id="107" name="object 10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0" name="object 11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35016" y="1920748"/>
              <a:ext cx="1947672" cy="582167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5352627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4857376" y="1720056"/>
            <a:ext cx="1998009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796"/>
              </a:lnSpc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F4,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0(R3)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6853517" y="1694778"/>
            <a:ext cx="503144" cy="513790"/>
            <a:chOff x="7614919" y="1920748"/>
            <a:chExt cx="570230" cy="582295"/>
          </a:xfrm>
        </p:grpSpPr>
        <p:pic>
          <p:nvPicPr>
            <p:cNvPr id="115" name="object 11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614919" y="1935988"/>
              <a:ext cx="569976" cy="490727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3" y="1920748"/>
              <a:ext cx="521207" cy="582167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6855012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96"/>
              </a:lnSpc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3534784" y="1979855"/>
            <a:ext cx="575982" cy="513790"/>
            <a:chOff x="3853688" y="2243835"/>
            <a:chExt cx="652780" cy="582295"/>
          </a:xfrm>
        </p:grpSpPr>
        <p:pic>
          <p:nvPicPr>
            <p:cNvPr id="120" name="object 12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93312" y="2259075"/>
              <a:ext cx="573024" cy="490727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53688" y="2243835"/>
              <a:ext cx="652272" cy="5821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3573183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63877">
              <a:spcBef>
                <a:spcPts val="62"/>
              </a:spcBef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3916456" y="1979855"/>
            <a:ext cx="3084979" cy="513790"/>
            <a:chOff x="4286250" y="2243835"/>
            <a:chExt cx="3496310" cy="582295"/>
          </a:xfrm>
        </p:grpSpPr>
        <p:pic>
          <p:nvPicPr>
            <p:cNvPr id="125" name="object 12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298696" y="2259075"/>
              <a:ext cx="1219200" cy="490727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8" name="object 12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350255" y="2259075"/>
              <a:ext cx="2432304" cy="490727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335016" y="2243835"/>
              <a:ext cx="1819656" cy="582168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4857376" y="1996515"/>
            <a:ext cx="1998009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85169">
              <a:spcBef>
                <a:spcPts val="62"/>
              </a:spcBef>
            </a:pPr>
            <a:r>
              <a:rPr sz="1500" b="1" dirty="0">
                <a:latin typeface="Courier New"/>
                <a:cs typeface="Courier New"/>
              </a:rPr>
              <a:t>BNE</a:t>
            </a:r>
            <a:r>
              <a:rPr sz="1500" b="1" spc="-31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F2,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&lt;…&gt;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6853517" y="1979855"/>
            <a:ext cx="503144" cy="513790"/>
            <a:chOff x="7614919" y="2243835"/>
            <a:chExt cx="570230" cy="582295"/>
          </a:xfrm>
        </p:grpSpPr>
        <p:pic>
          <p:nvPicPr>
            <p:cNvPr id="133" name="object 13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614919" y="2259075"/>
              <a:ext cx="569976" cy="490727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3" y="2243835"/>
              <a:ext cx="521207" cy="582168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7616612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6855012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algn="ctr">
              <a:spcBef>
                <a:spcPts val="62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3534784" y="2264932"/>
            <a:ext cx="575982" cy="513790"/>
            <a:chOff x="3853688" y="2566923"/>
            <a:chExt cx="652780" cy="582295"/>
          </a:xfrm>
        </p:grpSpPr>
        <p:pic>
          <p:nvPicPr>
            <p:cNvPr id="138" name="object 13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93312" y="2582163"/>
              <a:ext cx="573024" cy="493775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53688" y="2566923"/>
              <a:ext cx="652272" cy="582167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3573183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3877">
              <a:spcBef>
                <a:spcPts val="57"/>
              </a:spcBef>
            </a:pPr>
            <a:r>
              <a:rPr sz="1500" b="1" spc="-22" dirty="0">
                <a:latin typeface="Courier New"/>
                <a:cs typeface="Courier New"/>
              </a:rPr>
              <a:t>F2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3478306" y="2550010"/>
            <a:ext cx="688601" cy="513790"/>
            <a:chOff x="3789679" y="2890011"/>
            <a:chExt cx="780415" cy="582295"/>
          </a:xfrm>
        </p:grpSpPr>
        <p:pic>
          <p:nvPicPr>
            <p:cNvPr id="143" name="object 14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93311" y="2905251"/>
              <a:ext cx="573024" cy="493775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789679" y="2890011"/>
              <a:ext cx="780288" cy="582168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3573183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164">
              <a:spcBef>
                <a:spcPts val="57"/>
              </a:spcBef>
            </a:pP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3534784" y="2837778"/>
            <a:ext cx="575982" cy="513790"/>
            <a:chOff x="3853688" y="3216148"/>
            <a:chExt cx="652780" cy="582295"/>
          </a:xfrm>
        </p:grpSpPr>
        <p:pic>
          <p:nvPicPr>
            <p:cNvPr id="148" name="object 14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853688" y="3216148"/>
              <a:ext cx="652272" cy="582167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3573183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63877">
              <a:spcBef>
                <a:spcPts val="53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3916456" y="2264932"/>
            <a:ext cx="3084979" cy="1019735"/>
            <a:chOff x="4286250" y="2566923"/>
            <a:chExt cx="3496310" cy="1155700"/>
          </a:xfrm>
        </p:grpSpPr>
        <p:pic>
          <p:nvPicPr>
            <p:cNvPr id="153" name="object 15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298696" y="2582163"/>
              <a:ext cx="1219200" cy="493775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6" name="object 15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298696" y="2905251"/>
              <a:ext cx="1219200" cy="493775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9" name="object 15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98696" y="3228339"/>
              <a:ext cx="1219200" cy="493775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2" name="object 1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350255" y="2582163"/>
              <a:ext cx="2432304" cy="49377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35016" y="2566923"/>
              <a:ext cx="2206751" cy="582167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4857376" y="2281891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DIVD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F2,F10,F6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4841837" y="2550010"/>
            <a:ext cx="2159934" cy="513790"/>
            <a:chOff x="5335015" y="2890011"/>
            <a:chExt cx="2447925" cy="582295"/>
          </a:xfrm>
        </p:grpSpPr>
        <p:pic>
          <p:nvPicPr>
            <p:cNvPr id="167" name="object 16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350255" y="2905251"/>
              <a:ext cx="2432304" cy="493775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35015" y="2890011"/>
              <a:ext cx="2206751" cy="582168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0" name="object 170"/>
          <p:cNvSpPr txBox="1"/>
          <p:nvPr/>
        </p:nvSpPr>
        <p:spPr>
          <a:xfrm>
            <a:off x="4857376" y="2567267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72" name="object 17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5" name="object 175"/>
          <p:cNvSpPr txBox="1"/>
          <p:nvPr/>
        </p:nvSpPr>
        <p:spPr>
          <a:xfrm>
            <a:off x="4857376" y="2852644"/>
            <a:ext cx="1998009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85169">
              <a:spcBef>
                <a:spcPts val="53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6853517" y="2264932"/>
            <a:ext cx="503144" cy="513790"/>
            <a:chOff x="7614919" y="2566923"/>
            <a:chExt cx="570230" cy="582295"/>
          </a:xfrm>
        </p:grpSpPr>
        <p:pic>
          <p:nvPicPr>
            <p:cNvPr id="177" name="object 17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614919" y="2582163"/>
              <a:ext cx="569976" cy="493775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3" y="2566923"/>
              <a:ext cx="521207" cy="582167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7616612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6855012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6853517" y="2550010"/>
            <a:ext cx="503144" cy="513790"/>
            <a:chOff x="7614919" y="2890011"/>
            <a:chExt cx="570230" cy="582295"/>
          </a:xfrm>
        </p:grpSpPr>
        <p:pic>
          <p:nvPicPr>
            <p:cNvPr id="182" name="object 18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14919" y="2905251"/>
              <a:ext cx="569976" cy="493775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639303" y="2890011"/>
              <a:ext cx="521207" cy="582168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7616612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6855012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6853517" y="2837778"/>
            <a:ext cx="503144" cy="513790"/>
            <a:chOff x="7614919" y="3216148"/>
            <a:chExt cx="570230" cy="582295"/>
          </a:xfrm>
        </p:grpSpPr>
        <p:pic>
          <p:nvPicPr>
            <p:cNvPr id="187" name="object 18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614919" y="3228340"/>
              <a:ext cx="569976" cy="493775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639303" y="3216148"/>
              <a:ext cx="521207" cy="582167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7616612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0" name="object 190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92" name="object 192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3" name="object 193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5" name="object 19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8" name="object 19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1" name="object 20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4" name="object 20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7" name="object 20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0" name="object 21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3" name="object 213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18" name="object 218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219" name="object 219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0" name="object 22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3" name="object 223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25" name="object 225"/>
          <p:cNvGrpSpPr/>
          <p:nvPr/>
        </p:nvGrpSpPr>
        <p:grpSpPr>
          <a:xfrm>
            <a:off x="6280672" y="5424991"/>
            <a:ext cx="1148603" cy="462803"/>
            <a:chOff x="6965695" y="6148323"/>
            <a:chExt cx="1301750" cy="524510"/>
          </a:xfrm>
        </p:grpSpPr>
        <p:pic>
          <p:nvPicPr>
            <p:cNvPr id="226" name="object 22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965695" y="6166611"/>
              <a:ext cx="1301496" cy="438912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965695" y="6148323"/>
              <a:ext cx="1127759" cy="524256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6969759" y="6170788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9" name="object 229"/>
          <p:cNvSpPr txBox="1"/>
          <p:nvPr/>
        </p:nvSpPr>
        <p:spPr>
          <a:xfrm>
            <a:off x="6284258" y="5444814"/>
            <a:ext cx="333375" cy="212260"/>
          </a:xfrm>
          <a:prstGeom prst="rect">
            <a:avLst/>
          </a:prstGeom>
          <a:solidFill>
            <a:srgbClr val="FFFFFF"/>
          </a:solidFill>
          <a:ln w="30322">
            <a:solidFill>
              <a:srgbClr val="000000"/>
            </a:solidFill>
          </a:ln>
        </p:spPr>
        <p:txBody>
          <a:bodyPr vert="horz" wrap="square" lIns="0" tIns="8404" rIns="0" bIns="0" rtlCol="0">
            <a:spAutoFit/>
          </a:bodyPr>
          <a:lstStyle/>
          <a:p>
            <a:pPr marL="85169">
              <a:spcBef>
                <a:spcPts val="66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6617198" y="5444814"/>
            <a:ext cx="666190" cy="2122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8404" rIns="0" bIns="0" rtlCol="0">
            <a:spAutoFit/>
          </a:bodyPr>
          <a:lstStyle/>
          <a:p>
            <a:pPr marL="43705">
              <a:spcBef>
                <a:spcPts val="66"/>
              </a:spcBef>
            </a:pP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0+R3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31" name="object 231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232" name="object 23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4" name="object 234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5" name="object 235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6" name="object 236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239" name="object 239"/>
          <p:cNvGrpSpPr/>
          <p:nvPr/>
        </p:nvGrpSpPr>
        <p:grpSpPr>
          <a:xfrm>
            <a:off x="2503021" y="1176059"/>
            <a:ext cx="4459381" cy="5101478"/>
            <a:chOff x="2684357" y="1332866"/>
            <a:chExt cx="5053965" cy="5781675"/>
          </a:xfrm>
        </p:grpSpPr>
        <p:sp>
          <p:nvSpPr>
            <p:cNvPr id="240" name="object 240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1" name="object 241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2" name="object 242"/>
          <p:cNvSpPr txBox="1"/>
          <p:nvPr/>
        </p:nvSpPr>
        <p:spPr>
          <a:xfrm>
            <a:off x="793825" y="1742291"/>
            <a:ext cx="1812551" cy="230488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43" name="object 243"/>
          <p:cNvSpPr txBox="1"/>
          <p:nvPr/>
        </p:nvSpPr>
        <p:spPr>
          <a:xfrm>
            <a:off x="488001" y="4199576"/>
            <a:ext cx="983316" cy="775201"/>
          </a:xfrm>
          <a:prstGeom prst="rect">
            <a:avLst/>
          </a:prstGeom>
        </p:spPr>
        <p:txBody>
          <a:bodyPr vert="horz" wrap="square" lIns="0" tIns="57710" rIns="0" bIns="0" rtlCol="0">
            <a:spAutoFit/>
          </a:bodyPr>
          <a:lstStyle/>
          <a:p>
            <a:pPr marL="56032">
              <a:spcBef>
                <a:spcPts val="454"/>
              </a:spcBef>
            </a:pPr>
            <a:r>
              <a:rPr sz="1677" spc="141" dirty="0">
                <a:latin typeface="Times New Roman"/>
                <a:cs typeface="Times New Roman"/>
              </a:rPr>
              <a:t>De</a:t>
            </a:r>
            <a:r>
              <a:rPr sz="1677" spc="-427" dirty="0">
                <a:latin typeface="Times New Roman"/>
                <a:cs typeface="Times New Roman"/>
              </a:rPr>
              <a:t>s</a:t>
            </a:r>
            <a:r>
              <a:rPr sz="2515" spc="-456" baseline="20467" dirty="0">
                <a:solidFill>
                  <a:srgbClr val="114FFB"/>
                </a:solidFill>
                <a:latin typeface="Courier New"/>
                <a:cs typeface="Courier New"/>
              </a:rPr>
              <a:t>S</a:t>
            </a:r>
            <a:r>
              <a:rPr sz="1677" spc="106" dirty="0">
                <a:latin typeface="Times New Roman"/>
                <a:cs typeface="Times New Roman"/>
              </a:rPr>
              <a:t>t</a:t>
            </a:r>
            <a:r>
              <a:rPr sz="2515" spc="205" baseline="20467" dirty="0">
                <a:solidFill>
                  <a:srgbClr val="114FFB"/>
                </a:solidFill>
                <a:latin typeface="Courier New"/>
                <a:cs typeface="Courier New"/>
              </a:rPr>
              <a:t>T</a:t>
            </a:r>
            <a:endParaRPr sz="2515" baseline="20467">
              <a:latin typeface="Courier New"/>
              <a:cs typeface="Courier New"/>
            </a:endParaRPr>
          </a:p>
          <a:p>
            <a:pPr marL="174261">
              <a:spcBef>
                <a:spcPts val="287"/>
              </a:spcBef>
              <a:tabLst>
                <a:tab pos="456104" algn="l"/>
              </a:tabLst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  <a:p>
            <a:pPr marL="174261">
              <a:spcBef>
                <a:spcPts val="106"/>
              </a:spcBef>
              <a:tabLst>
                <a:tab pos="456104" algn="l"/>
              </a:tabLst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1432985" y="4168140"/>
            <a:ext cx="1045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47" name="Slide Number Placeholder 191">
            <a:extLst>
              <a:ext uri="{FF2B5EF4-FFF2-40B4-BE49-F238E27FC236}">
                <a16:creationId xmlns:a16="http://schemas.microsoft.com/office/drawing/2014/main" id="{ECC99A52-2EAA-5054-99AA-93FC595E1F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883" y="1165654"/>
            <a:ext cx="7283263" cy="3961279"/>
            <a:chOff x="913933" y="1321074"/>
            <a:chExt cx="8254365" cy="448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11" y="5331460"/>
              <a:ext cx="2837688" cy="384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1" y="5285740"/>
              <a:ext cx="2529840" cy="524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3183" y="4707591"/>
            <a:ext cx="32553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5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8690" y="4707591"/>
            <a:ext cx="632012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89">
              <a:lnSpc>
                <a:spcPts val="1465"/>
              </a:lnSpc>
            </a:pPr>
            <a:r>
              <a:rPr sz="1324" b="1" spc="-18" dirty="0">
                <a:latin typeface="Times New Roman"/>
                <a:cs typeface="Times New Roman"/>
              </a:rPr>
              <a:t>DIVD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0383" y="4707591"/>
            <a:ext cx="1397374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815">
              <a:lnSpc>
                <a:spcPts val="1465"/>
              </a:lnSpc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ROB2</a:t>
            </a:r>
            <a:r>
              <a:rPr sz="1324" b="1" dirty="0">
                <a:latin typeface="Times New Roman"/>
                <a:cs typeface="Times New Roman"/>
              </a:rPr>
              <a:t>,</a:t>
            </a:r>
            <a:r>
              <a:rPr sz="1324" b="1" spc="-57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3282" y="4521349"/>
            <a:ext cx="5510493" cy="712694"/>
            <a:chOff x="485986" y="5124196"/>
            <a:chExt cx="6245225" cy="8077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2" y="5547868"/>
              <a:ext cx="2837688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115" y="5335270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40" y="5169916"/>
              <a:ext cx="2916936" cy="384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792" y="5124196"/>
              <a:ext cx="2441448" cy="524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39613" y="4538382"/>
            <a:ext cx="96594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3282" y="4733814"/>
            <a:ext cx="2584637" cy="465604"/>
            <a:chOff x="485986" y="5364988"/>
            <a:chExt cx="2929255" cy="52768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413756"/>
              <a:ext cx="2916936" cy="3840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4792" y="5364988"/>
              <a:ext cx="2432304" cy="5273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01226" y="541612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226" y="541612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39613" y="4753535"/>
            <a:ext cx="95586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FC0128"/>
                </a:solidFill>
                <a:latin typeface="Times New Roman"/>
                <a:cs typeface="Times New Roman"/>
              </a:rPr>
              <a:t>M[10],</a:t>
            </a:r>
            <a:r>
              <a:rPr sz="1324" b="1" spc="-75" dirty="0">
                <a:solidFill>
                  <a:srgbClr val="FC0128"/>
                </a:solidFill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0870" y="4551456"/>
            <a:ext cx="8062632" cy="1761564"/>
            <a:chOff x="460586" y="5158316"/>
            <a:chExt cx="9137650" cy="1996439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840" y="5627115"/>
              <a:ext cx="2916936" cy="3840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749126" y="215616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40" name="object 40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FF"/>
                </a:solidFill>
                <a:latin typeface="Times New Roman"/>
                <a:cs typeface="Times New Roman"/>
              </a:rPr>
              <a:t>ROB5 </a:t>
            </a: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534784" y="1124623"/>
            <a:ext cx="575982" cy="513790"/>
            <a:chOff x="3853688" y="1274572"/>
            <a:chExt cx="652780" cy="582295"/>
          </a:xfrm>
        </p:grpSpPr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289812"/>
              <a:ext cx="573024" cy="49072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53688" y="1274572"/>
              <a:ext cx="652272" cy="58216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586560" y="1201326"/>
            <a:ext cx="33001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50429">
              <a:lnSpc>
                <a:spcPts val="1368"/>
              </a:lnSpc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534784" y="1409700"/>
            <a:ext cx="575982" cy="513790"/>
            <a:chOff x="3853688" y="1597660"/>
            <a:chExt cx="652780" cy="582295"/>
          </a:xfrm>
        </p:grpSpPr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612900"/>
              <a:ext cx="573024" cy="49072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53688" y="1597660"/>
              <a:ext cx="652272" cy="58216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573183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63877">
              <a:spcBef>
                <a:spcPts val="44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916456" y="1124623"/>
            <a:ext cx="1086971" cy="513790"/>
            <a:chOff x="4286250" y="1274572"/>
            <a:chExt cx="1231900" cy="582295"/>
          </a:xfrm>
        </p:grpSpPr>
        <p:pic>
          <p:nvPicPr>
            <p:cNvPr id="71" name="object 7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87088" y="1274572"/>
              <a:ext cx="1042415" cy="58216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943279" y="1201326"/>
            <a:ext cx="90095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64175">
              <a:lnSpc>
                <a:spcPts val="1368"/>
              </a:lnSpc>
            </a:pPr>
            <a:r>
              <a:rPr sz="1500" b="1" spc="-9" dirty="0">
                <a:solidFill>
                  <a:srgbClr val="FC0128"/>
                </a:solidFill>
                <a:latin typeface="Courier New"/>
                <a:cs typeface="Courier New"/>
              </a:rPr>
              <a:t>M[10]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916456" y="1124622"/>
            <a:ext cx="3084979" cy="731744"/>
            <a:chOff x="4286250" y="1274572"/>
            <a:chExt cx="3496310" cy="829310"/>
          </a:xfrm>
        </p:grpSpPr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35016" y="1274572"/>
              <a:ext cx="1947672" cy="582167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4870753" y="1201326"/>
            <a:ext cx="1971115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71721">
              <a:lnSpc>
                <a:spcPts val="1368"/>
              </a:lnSpc>
            </a:pPr>
            <a:r>
              <a:rPr sz="1500" b="1" dirty="0">
                <a:latin typeface="Courier New"/>
                <a:cs typeface="Courier New"/>
              </a:rPr>
              <a:t>ST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0(R3),</a:t>
            </a:r>
            <a:r>
              <a:rPr sz="1500" b="1" spc="-35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F4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4841837" y="1409700"/>
            <a:ext cx="2159934" cy="513790"/>
            <a:chOff x="5335015" y="1597660"/>
            <a:chExt cx="2447925" cy="582295"/>
          </a:xfrm>
        </p:grpSpPr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35015" y="1597660"/>
              <a:ext cx="2078736" cy="58216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352626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4857376" y="1425761"/>
            <a:ext cx="1998009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85169">
              <a:spcBef>
                <a:spcPts val="44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F0,F4,F6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841565" y="1124623"/>
            <a:ext cx="514910" cy="513790"/>
            <a:chOff x="7601373" y="1274572"/>
            <a:chExt cx="583565" cy="582295"/>
          </a:xfrm>
        </p:grpSpPr>
        <p:pic>
          <p:nvPicPr>
            <p:cNvPr id="91" name="object 9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4" y="1274572"/>
              <a:ext cx="521207" cy="58216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4" name="object 94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6868389" y="1201326"/>
            <a:ext cx="33001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582">
              <a:lnSpc>
                <a:spcPts val="1368"/>
              </a:lnSpc>
            </a:pPr>
            <a:r>
              <a:rPr sz="1500" b="1" spc="-44" dirty="0">
                <a:latin typeface="Courier New"/>
                <a:cs typeface="Courier New"/>
              </a:rPr>
              <a:t>Y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6853517" y="1409700"/>
            <a:ext cx="503144" cy="513790"/>
            <a:chOff x="7614919" y="1597660"/>
            <a:chExt cx="570230" cy="582295"/>
          </a:xfrm>
        </p:grpSpPr>
        <p:pic>
          <p:nvPicPr>
            <p:cNvPr id="97" name="object 9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14919" y="1612900"/>
              <a:ext cx="569976" cy="490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39303" y="1597660"/>
              <a:ext cx="521207" cy="582168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6855012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algn="ctr">
              <a:spcBef>
                <a:spcPts val="44"/>
              </a:spcBef>
            </a:pPr>
            <a:r>
              <a:rPr sz="1500" b="1" spc="-44" dirty="0">
                <a:solidFill>
                  <a:srgbClr val="FC0128"/>
                </a:solidFill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3534784" y="1694778"/>
            <a:ext cx="575982" cy="513790"/>
            <a:chOff x="3853688" y="1920748"/>
            <a:chExt cx="652780" cy="582295"/>
          </a:xfrm>
        </p:grpSpPr>
        <p:pic>
          <p:nvPicPr>
            <p:cNvPr id="102" name="object 10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93312" y="1935988"/>
              <a:ext cx="573024" cy="490727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53688" y="1920748"/>
              <a:ext cx="652272" cy="58216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573183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877">
              <a:lnSpc>
                <a:spcPts val="1796"/>
              </a:lnSpc>
            </a:pPr>
            <a:r>
              <a:rPr sz="1500" b="1" spc="-22" dirty="0">
                <a:latin typeface="Courier New"/>
                <a:cs typeface="Courier New"/>
              </a:rPr>
              <a:t>F4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3927438" y="1694778"/>
            <a:ext cx="1075765" cy="513790"/>
            <a:chOff x="4298696" y="1920748"/>
            <a:chExt cx="1219200" cy="582295"/>
          </a:xfrm>
        </p:grpSpPr>
        <p:pic>
          <p:nvPicPr>
            <p:cNvPr id="107" name="object 10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87088" y="1920748"/>
              <a:ext cx="1042415" cy="58216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3929903" y="1720056"/>
            <a:ext cx="92784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623">
              <a:lnSpc>
                <a:spcPts val="1796"/>
              </a:lnSpc>
            </a:pPr>
            <a:r>
              <a:rPr sz="1500" b="1" spc="-9" dirty="0">
                <a:latin typeface="Courier New"/>
                <a:cs typeface="Courier New"/>
              </a:rPr>
              <a:t>M[10]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4841837" y="1694778"/>
            <a:ext cx="2159934" cy="513790"/>
            <a:chOff x="5335015" y="1920748"/>
            <a:chExt cx="2447925" cy="582295"/>
          </a:xfrm>
        </p:grpSpPr>
        <p:pic>
          <p:nvPicPr>
            <p:cNvPr id="112" name="object 11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35015" y="1920748"/>
              <a:ext cx="1947672" cy="582167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5352626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4857376" y="1720056"/>
            <a:ext cx="1998009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796"/>
              </a:lnSpc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F4,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0(R3)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6853517" y="1694778"/>
            <a:ext cx="503144" cy="513790"/>
            <a:chOff x="7614919" y="1920748"/>
            <a:chExt cx="570230" cy="582295"/>
          </a:xfrm>
        </p:grpSpPr>
        <p:pic>
          <p:nvPicPr>
            <p:cNvPr id="117" name="object 11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14919" y="1935988"/>
              <a:ext cx="569976" cy="490727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3" y="1920748"/>
              <a:ext cx="521207" cy="582167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6855012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96"/>
              </a:lnSpc>
            </a:pPr>
            <a:r>
              <a:rPr sz="1500" b="1" spc="-44" dirty="0">
                <a:solidFill>
                  <a:srgbClr val="FC0128"/>
                </a:solidFill>
                <a:latin typeface="Courier New"/>
                <a:cs typeface="Courier New"/>
              </a:rPr>
              <a:t>Y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3534784" y="1979855"/>
            <a:ext cx="575982" cy="513790"/>
            <a:chOff x="3853688" y="2243835"/>
            <a:chExt cx="652780" cy="582295"/>
          </a:xfrm>
        </p:grpSpPr>
        <p:pic>
          <p:nvPicPr>
            <p:cNvPr id="122" name="object 12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93312" y="2259075"/>
              <a:ext cx="573024" cy="490727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53688" y="2243835"/>
              <a:ext cx="652272" cy="582168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3573183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63877">
              <a:spcBef>
                <a:spcPts val="62"/>
              </a:spcBef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3916456" y="1979855"/>
            <a:ext cx="3084979" cy="513790"/>
            <a:chOff x="4286250" y="2243835"/>
            <a:chExt cx="3496310" cy="582295"/>
          </a:xfrm>
        </p:grpSpPr>
        <p:pic>
          <p:nvPicPr>
            <p:cNvPr id="127" name="object 12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298696" y="2259075"/>
              <a:ext cx="1219200" cy="490727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0" name="object 13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350255" y="2259075"/>
              <a:ext cx="2432304" cy="490727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35016" y="2243835"/>
              <a:ext cx="1819656" cy="582168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4857376" y="1996515"/>
            <a:ext cx="1998009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85169">
              <a:spcBef>
                <a:spcPts val="62"/>
              </a:spcBef>
            </a:pPr>
            <a:r>
              <a:rPr sz="1500" b="1" dirty="0">
                <a:latin typeface="Courier New"/>
                <a:cs typeface="Courier New"/>
              </a:rPr>
              <a:t>BNE</a:t>
            </a:r>
            <a:r>
              <a:rPr sz="1500" b="1" spc="-31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F2,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&lt;…&gt;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6853517" y="1979855"/>
            <a:ext cx="503144" cy="513790"/>
            <a:chOff x="7614919" y="2243835"/>
            <a:chExt cx="570230" cy="582295"/>
          </a:xfrm>
        </p:grpSpPr>
        <p:pic>
          <p:nvPicPr>
            <p:cNvPr id="135" name="object 13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14919" y="2259075"/>
              <a:ext cx="569976" cy="490727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39303" y="2243835"/>
              <a:ext cx="521207" cy="582168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7616612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6855012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algn="ctr">
              <a:spcBef>
                <a:spcPts val="62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3534784" y="2264932"/>
            <a:ext cx="575982" cy="513790"/>
            <a:chOff x="3853688" y="2566923"/>
            <a:chExt cx="652780" cy="582295"/>
          </a:xfrm>
        </p:grpSpPr>
        <p:pic>
          <p:nvPicPr>
            <p:cNvPr id="140" name="object 14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93312" y="2582163"/>
              <a:ext cx="573024" cy="493775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53688" y="2566923"/>
              <a:ext cx="652272" cy="582167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3573183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3877">
              <a:spcBef>
                <a:spcPts val="57"/>
              </a:spcBef>
            </a:pPr>
            <a:r>
              <a:rPr sz="1500" b="1" spc="-22" dirty="0">
                <a:latin typeface="Courier New"/>
                <a:cs typeface="Courier New"/>
              </a:rPr>
              <a:t>F2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3478306" y="2550010"/>
            <a:ext cx="688601" cy="513790"/>
            <a:chOff x="3789679" y="2890011"/>
            <a:chExt cx="780415" cy="582295"/>
          </a:xfrm>
        </p:grpSpPr>
        <p:pic>
          <p:nvPicPr>
            <p:cNvPr id="145" name="object 14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93311" y="2905251"/>
              <a:ext cx="573024" cy="493775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789679" y="2890011"/>
              <a:ext cx="780288" cy="582168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3573183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164">
              <a:spcBef>
                <a:spcPts val="57"/>
              </a:spcBef>
            </a:pP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3534784" y="2837778"/>
            <a:ext cx="575982" cy="513790"/>
            <a:chOff x="3853688" y="3216148"/>
            <a:chExt cx="652780" cy="582295"/>
          </a:xfrm>
        </p:grpSpPr>
        <p:pic>
          <p:nvPicPr>
            <p:cNvPr id="150" name="object 15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853688" y="3216148"/>
              <a:ext cx="652272" cy="582167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3573183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63877">
              <a:spcBef>
                <a:spcPts val="53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3916456" y="2264932"/>
            <a:ext cx="3084979" cy="1019735"/>
            <a:chOff x="4286250" y="2566923"/>
            <a:chExt cx="3496310" cy="1155700"/>
          </a:xfrm>
        </p:grpSpPr>
        <p:pic>
          <p:nvPicPr>
            <p:cNvPr id="155" name="object 1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298696" y="2582163"/>
              <a:ext cx="1219200" cy="493775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8" name="object 15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98696" y="2905251"/>
              <a:ext cx="1219200" cy="493775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1" name="object 16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298696" y="3228339"/>
              <a:ext cx="1219200" cy="493775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4" name="object 16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50255" y="2582163"/>
              <a:ext cx="2432304" cy="493775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335016" y="2566923"/>
              <a:ext cx="2206751" cy="582167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7" name="object 167"/>
          <p:cNvSpPr txBox="1"/>
          <p:nvPr/>
        </p:nvSpPr>
        <p:spPr>
          <a:xfrm>
            <a:off x="4857376" y="2281891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DIVD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F2,F10,F6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4841837" y="2550010"/>
            <a:ext cx="2159934" cy="513790"/>
            <a:chOff x="5335015" y="2890011"/>
            <a:chExt cx="2447925" cy="582295"/>
          </a:xfrm>
        </p:grpSpPr>
        <p:pic>
          <p:nvPicPr>
            <p:cNvPr id="169" name="object 16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50255" y="2905251"/>
              <a:ext cx="2432304" cy="493775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35015" y="2890011"/>
              <a:ext cx="2206751" cy="582168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4857376" y="2567267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3" name="object 173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74" name="object 17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7" name="object 177"/>
          <p:cNvSpPr txBox="1"/>
          <p:nvPr/>
        </p:nvSpPr>
        <p:spPr>
          <a:xfrm>
            <a:off x="4857376" y="2852644"/>
            <a:ext cx="1998009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85169">
              <a:spcBef>
                <a:spcPts val="53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6853517" y="2264932"/>
            <a:ext cx="503144" cy="513790"/>
            <a:chOff x="7614919" y="2566923"/>
            <a:chExt cx="570230" cy="582295"/>
          </a:xfrm>
        </p:grpSpPr>
        <p:pic>
          <p:nvPicPr>
            <p:cNvPr id="179" name="object 17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14919" y="2582163"/>
              <a:ext cx="569976" cy="493775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39303" y="2566923"/>
              <a:ext cx="521207" cy="582167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7616612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2" name="object 182"/>
          <p:cNvSpPr txBox="1"/>
          <p:nvPr/>
        </p:nvSpPr>
        <p:spPr>
          <a:xfrm>
            <a:off x="6855012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6853517" y="2550010"/>
            <a:ext cx="503144" cy="513790"/>
            <a:chOff x="7614919" y="2890011"/>
            <a:chExt cx="570230" cy="582295"/>
          </a:xfrm>
        </p:grpSpPr>
        <p:pic>
          <p:nvPicPr>
            <p:cNvPr id="184" name="object 18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614919" y="2905251"/>
              <a:ext cx="569976" cy="49377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639303" y="2890011"/>
              <a:ext cx="521207" cy="58216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7616612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7" name="object 187"/>
          <p:cNvSpPr txBox="1"/>
          <p:nvPr/>
        </p:nvSpPr>
        <p:spPr>
          <a:xfrm>
            <a:off x="6855012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6853517" y="2837778"/>
            <a:ext cx="503144" cy="513790"/>
            <a:chOff x="7614919" y="3216148"/>
            <a:chExt cx="570230" cy="582295"/>
          </a:xfrm>
        </p:grpSpPr>
        <p:pic>
          <p:nvPicPr>
            <p:cNvPr id="189" name="object 18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614919" y="3228340"/>
              <a:ext cx="569976" cy="493775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639303" y="3216148"/>
              <a:ext cx="521207" cy="582167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7616612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2" name="object 192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94" name="object 194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5" name="object 195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7" name="object 19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0" name="object 20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3" name="object 20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6" name="object 20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9" name="object 20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2" name="object 21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5" name="object 215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20" name="object 220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221" name="object 221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2" name="object 22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5" name="object 225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27" name="object 227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228" name="object 22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965695" y="6166612"/>
              <a:ext cx="1301496" cy="438912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0" name="object 230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1" name="object 23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232" name="object 232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3" name="object 233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4" name="object 234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5" name="object 235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36" name="object 236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2503021" y="1176059"/>
            <a:ext cx="4459381" cy="5101478"/>
            <a:chOff x="2684357" y="1332866"/>
            <a:chExt cx="5053965" cy="5781675"/>
          </a:xfrm>
        </p:grpSpPr>
        <p:sp>
          <p:nvSpPr>
            <p:cNvPr id="239" name="object 239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0" name="object 240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1" name="object 241"/>
          <p:cNvSpPr txBox="1"/>
          <p:nvPr/>
        </p:nvSpPr>
        <p:spPr>
          <a:xfrm>
            <a:off x="793825" y="1742291"/>
            <a:ext cx="1812551" cy="230488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488001" y="4199576"/>
            <a:ext cx="983316" cy="775201"/>
          </a:xfrm>
          <a:prstGeom prst="rect">
            <a:avLst/>
          </a:prstGeom>
        </p:spPr>
        <p:txBody>
          <a:bodyPr vert="horz" wrap="square" lIns="0" tIns="57710" rIns="0" bIns="0" rtlCol="0">
            <a:spAutoFit/>
          </a:bodyPr>
          <a:lstStyle/>
          <a:p>
            <a:pPr marL="56032">
              <a:spcBef>
                <a:spcPts val="454"/>
              </a:spcBef>
            </a:pPr>
            <a:r>
              <a:rPr sz="1677" spc="141" dirty="0">
                <a:latin typeface="Times New Roman"/>
                <a:cs typeface="Times New Roman"/>
              </a:rPr>
              <a:t>De</a:t>
            </a:r>
            <a:r>
              <a:rPr sz="1677" spc="-427" dirty="0">
                <a:latin typeface="Times New Roman"/>
                <a:cs typeface="Times New Roman"/>
              </a:rPr>
              <a:t>s</a:t>
            </a:r>
            <a:r>
              <a:rPr sz="2515" spc="-456" baseline="20467" dirty="0">
                <a:solidFill>
                  <a:srgbClr val="114FFB"/>
                </a:solidFill>
                <a:latin typeface="Courier New"/>
                <a:cs typeface="Courier New"/>
              </a:rPr>
              <a:t>S</a:t>
            </a:r>
            <a:r>
              <a:rPr sz="1677" spc="106" dirty="0">
                <a:latin typeface="Times New Roman"/>
                <a:cs typeface="Times New Roman"/>
              </a:rPr>
              <a:t>t</a:t>
            </a:r>
            <a:r>
              <a:rPr sz="2515" spc="205" baseline="20467" dirty="0">
                <a:solidFill>
                  <a:srgbClr val="114FFB"/>
                </a:solidFill>
                <a:latin typeface="Courier New"/>
                <a:cs typeface="Courier New"/>
              </a:rPr>
              <a:t>T</a:t>
            </a:r>
            <a:endParaRPr sz="2515" baseline="20467">
              <a:latin typeface="Courier New"/>
              <a:cs typeface="Courier New"/>
            </a:endParaRPr>
          </a:p>
          <a:p>
            <a:pPr marL="174261">
              <a:spcBef>
                <a:spcPts val="287"/>
              </a:spcBef>
              <a:tabLst>
                <a:tab pos="456104" algn="l"/>
              </a:tabLst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  <a:p>
            <a:pPr marL="174261">
              <a:spcBef>
                <a:spcPts val="106"/>
              </a:spcBef>
              <a:tabLst>
                <a:tab pos="456104" algn="l"/>
              </a:tabLst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324" b="1" spc="-18" dirty="0">
                <a:solidFill>
                  <a:srgbClr val="FC0128"/>
                </a:solidFill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43" name="object 243"/>
          <p:cNvSpPr txBox="1"/>
          <p:nvPr/>
        </p:nvSpPr>
        <p:spPr>
          <a:xfrm>
            <a:off x="1432985" y="4168140"/>
            <a:ext cx="1045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46" name="Slide Number Placeholder 191">
            <a:extLst>
              <a:ext uri="{FF2B5EF4-FFF2-40B4-BE49-F238E27FC236}">
                <a16:creationId xmlns:a16="http://schemas.microsoft.com/office/drawing/2014/main" id="{CE259622-FF99-AF12-1EE9-C9B1ED2E90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883" y="1165654"/>
            <a:ext cx="7283263" cy="3961279"/>
            <a:chOff x="913933" y="1321074"/>
            <a:chExt cx="8254365" cy="448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11" y="5331460"/>
              <a:ext cx="2837688" cy="384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1" y="5285740"/>
              <a:ext cx="2529840" cy="524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3183" y="4707591"/>
            <a:ext cx="32553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5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8690" y="4707591"/>
            <a:ext cx="632012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89">
              <a:lnSpc>
                <a:spcPts val="1465"/>
              </a:lnSpc>
            </a:pPr>
            <a:r>
              <a:rPr sz="1324" b="1" spc="-18" dirty="0">
                <a:latin typeface="Times New Roman"/>
                <a:cs typeface="Times New Roman"/>
              </a:rPr>
              <a:t>DIVD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0383" y="4707591"/>
            <a:ext cx="1397374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815">
              <a:lnSpc>
                <a:spcPts val="1465"/>
              </a:lnSpc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ROB2</a:t>
            </a:r>
            <a:r>
              <a:rPr sz="1324" b="1" dirty="0">
                <a:latin typeface="Times New Roman"/>
                <a:cs typeface="Times New Roman"/>
              </a:rPr>
              <a:t>,</a:t>
            </a:r>
            <a:r>
              <a:rPr sz="1324" b="1" spc="-57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3282" y="4521349"/>
            <a:ext cx="5510493" cy="712694"/>
            <a:chOff x="485986" y="5124196"/>
            <a:chExt cx="6245225" cy="8077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2" y="5547868"/>
              <a:ext cx="2837688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115" y="5335270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40" y="5169916"/>
              <a:ext cx="2916936" cy="384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792" y="5124196"/>
              <a:ext cx="2441448" cy="524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0106" y="4578280"/>
            <a:ext cx="308162" cy="16671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71721">
              <a:lnSpc>
                <a:spcPts val="1288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4533" y="4578280"/>
            <a:ext cx="566457" cy="16671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611">
              <a:lnSpc>
                <a:spcPts val="1288"/>
              </a:lnSpc>
            </a:pP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7579" y="4578280"/>
            <a:ext cx="1471893" cy="16671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3059">
              <a:lnSpc>
                <a:spcPts val="1288"/>
              </a:lnSpc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0870" y="4551456"/>
            <a:ext cx="8062632" cy="1761564"/>
            <a:chOff x="460586" y="5158316"/>
            <a:chExt cx="9137650" cy="1996439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413755"/>
              <a:ext cx="2916936" cy="3840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01226" y="541612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226" y="541612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840" y="5627115"/>
              <a:ext cx="2916936" cy="3840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749126" y="215616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39" name="object 39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FF"/>
                </a:solidFill>
                <a:latin typeface="Times New Roman"/>
                <a:cs typeface="Times New Roman"/>
              </a:rPr>
              <a:t>ROB5 </a:t>
            </a: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534784" y="1124623"/>
            <a:ext cx="575982" cy="513790"/>
            <a:chOff x="3853688" y="1274572"/>
            <a:chExt cx="652780" cy="582295"/>
          </a:xfrm>
        </p:grpSpPr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93312" y="1289812"/>
              <a:ext cx="573024" cy="49072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53688" y="1274572"/>
              <a:ext cx="652272" cy="58216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586560" y="1201326"/>
            <a:ext cx="33001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50429">
              <a:lnSpc>
                <a:spcPts val="1368"/>
              </a:lnSpc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534784" y="1409700"/>
            <a:ext cx="575982" cy="513790"/>
            <a:chOff x="3853688" y="1597660"/>
            <a:chExt cx="652780" cy="582295"/>
          </a:xfrm>
        </p:grpSpPr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93312" y="1612900"/>
              <a:ext cx="573024" cy="49072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53688" y="1597660"/>
              <a:ext cx="652272" cy="58216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3573183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63877">
              <a:spcBef>
                <a:spcPts val="44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916456" y="1124623"/>
            <a:ext cx="1086971" cy="513790"/>
            <a:chOff x="4286250" y="1274572"/>
            <a:chExt cx="1231900" cy="582295"/>
          </a:xfrm>
        </p:grpSpPr>
        <p:pic>
          <p:nvPicPr>
            <p:cNvPr id="70" name="object 7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87088" y="1274572"/>
              <a:ext cx="1042415" cy="58216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943279" y="1201326"/>
            <a:ext cx="90095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64175">
              <a:lnSpc>
                <a:spcPts val="1368"/>
              </a:lnSpc>
            </a:pPr>
            <a:r>
              <a:rPr sz="1500" b="1" spc="-9" dirty="0">
                <a:solidFill>
                  <a:srgbClr val="FC0128"/>
                </a:solidFill>
                <a:latin typeface="Courier New"/>
                <a:cs typeface="Courier New"/>
              </a:rPr>
              <a:t>M[10]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927438" y="1409700"/>
            <a:ext cx="1075765" cy="513790"/>
            <a:chOff x="4298696" y="1597660"/>
            <a:chExt cx="1219200" cy="582295"/>
          </a:xfrm>
        </p:grpSpPr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23080" y="1597660"/>
              <a:ext cx="1170431" cy="582168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3929903" y="1425761"/>
            <a:ext cx="92784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119909">
              <a:spcBef>
                <a:spcPts val="44"/>
              </a:spcBef>
            </a:pPr>
            <a:r>
              <a:rPr sz="1500" b="1" spc="-9" dirty="0">
                <a:solidFill>
                  <a:srgbClr val="FC0128"/>
                </a:solidFill>
                <a:latin typeface="Courier New"/>
                <a:cs typeface="Courier New"/>
              </a:rPr>
              <a:t>&lt;val2&gt;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841837" y="1124623"/>
            <a:ext cx="2159934" cy="513790"/>
            <a:chOff x="5335015" y="1274572"/>
            <a:chExt cx="2447925" cy="582295"/>
          </a:xfrm>
        </p:grpSpPr>
        <p:pic>
          <p:nvPicPr>
            <p:cNvPr id="81" name="object 8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35015" y="1274572"/>
              <a:ext cx="1947672" cy="58216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5352626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5352626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4870753" y="1201326"/>
            <a:ext cx="1971115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71721">
              <a:lnSpc>
                <a:spcPts val="1368"/>
              </a:lnSpc>
            </a:pPr>
            <a:r>
              <a:rPr sz="1500" b="1" dirty="0">
                <a:latin typeface="Courier New"/>
                <a:cs typeface="Courier New"/>
              </a:rPr>
              <a:t>ST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0(R3),</a:t>
            </a:r>
            <a:r>
              <a:rPr sz="1500" b="1" spc="-35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F4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841837" y="1409700"/>
            <a:ext cx="2159934" cy="513790"/>
            <a:chOff x="5335015" y="1597660"/>
            <a:chExt cx="2447925" cy="582295"/>
          </a:xfrm>
        </p:grpSpPr>
        <p:pic>
          <p:nvPicPr>
            <p:cNvPr id="87" name="object 8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35015" y="1597660"/>
              <a:ext cx="2078736" cy="582168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352626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0" name="object 90"/>
            <p:cNvSpPr/>
            <p:nvPr/>
          </p:nvSpPr>
          <p:spPr>
            <a:xfrm>
              <a:off x="5352626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4870753" y="1420457"/>
            <a:ext cx="197111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71721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F0,F4,F6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6841565" y="1124623"/>
            <a:ext cx="514910" cy="513790"/>
            <a:chOff x="7601373" y="1274572"/>
            <a:chExt cx="583565" cy="582295"/>
          </a:xfrm>
        </p:grpSpPr>
        <p:pic>
          <p:nvPicPr>
            <p:cNvPr id="93" name="object 9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4" y="1274572"/>
              <a:ext cx="521207" cy="582167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6" name="object 96"/>
            <p:cNvSpPr/>
            <p:nvPr/>
          </p:nvSpPr>
          <p:spPr>
            <a:xfrm>
              <a:off x="7616613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6868389" y="1201326"/>
            <a:ext cx="330013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582">
              <a:lnSpc>
                <a:spcPts val="1368"/>
              </a:lnSpc>
            </a:pPr>
            <a:r>
              <a:rPr sz="1500" b="1" spc="-44" dirty="0">
                <a:latin typeface="Courier New"/>
                <a:cs typeface="Courier New"/>
              </a:rPr>
              <a:t>Y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818555" y="1409700"/>
            <a:ext cx="573181" cy="513790"/>
            <a:chOff x="7575295" y="1597660"/>
            <a:chExt cx="649605" cy="582295"/>
          </a:xfrm>
        </p:grpSpPr>
        <p:pic>
          <p:nvPicPr>
            <p:cNvPr id="99" name="object 9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14919" y="1612900"/>
              <a:ext cx="569976" cy="490727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75295" y="1597660"/>
              <a:ext cx="649224" cy="582168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6855012" y="1425761"/>
            <a:ext cx="356907" cy="236490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5603" rIns="0" bIns="0" rtlCol="0">
            <a:spAutoFit/>
          </a:bodyPr>
          <a:lstStyle/>
          <a:p>
            <a:pPr marL="63877">
              <a:spcBef>
                <a:spcPts val="44"/>
              </a:spcBef>
            </a:pPr>
            <a:r>
              <a:rPr sz="1500" b="1" spc="-22" dirty="0">
                <a:solidFill>
                  <a:srgbClr val="FF0000"/>
                </a:solidFill>
                <a:latin typeface="Courier New"/>
                <a:cs typeface="Courier New"/>
              </a:rPr>
              <a:t>Ex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534784" y="1694778"/>
            <a:ext cx="575982" cy="513790"/>
            <a:chOff x="3853688" y="1920748"/>
            <a:chExt cx="652780" cy="582295"/>
          </a:xfrm>
        </p:grpSpPr>
        <p:pic>
          <p:nvPicPr>
            <p:cNvPr id="104" name="object 10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93312" y="1935988"/>
              <a:ext cx="573024" cy="490727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53688" y="1920748"/>
              <a:ext cx="652272" cy="582167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3573183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877">
              <a:lnSpc>
                <a:spcPts val="1796"/>
              </a:lnSpc>
            </a:pPr>
            <a:r>
              <a:rPr sz="1500" b="1" spc="-22" dirty="0">
                <a:latin typeface="Courier New"/>
                <a:cs typeface="Courier New"/>
              </a:rPr>
              <a:t>F4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3927438" y="1694778"/>
            <a:ext cx="1075765" cy="513790"/>
            <a:chOff x="4298696" y="1920748"/>
            <a:chExt cx="1219200" cy="582295"/>
          </a:xfrm>
        </p:grpSpPr>
        <p:pic>
          <p:nvPicPr>
            <p:cNvPr id="109" name="object 10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87088" y="1920748"/>
              <a:ext cx="1042415" cy="58216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3929903" y="1720056"/>
            <a:ext cx="92784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623">
              <a:lnSpc>
                <a:spcPts val="1796"/>
              </a:lnSpc>
            </a:pPr>
            <a:r>
              <a:rPr sz="1500" b="1" spc="-9" dirty="0">
                <a:latin typeface="Courier New"/>
                <a:cs typeface="Courier New"/>
              </a:rPr>
              <a:t>M[10]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4841837" y="1694778"/>
            <a:ext cx="2159934" cy="513790"/>
            <a:chOff x="5335015" y="1920748"/>
            <a:chExt cx="2447925" cy="582295"/>
          </a:xfrm>
        </p:grpSpPr>
        <p:pic>
          <p:nvPicPr>
            <p:cNvPr id="114" name="object 11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35015" y="1920748"/>
              <a:ext cx="1947672" cy="582167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5352626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4857376" y="1720056"/>
            <a:ext cx="1998009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796"/>
              </a:lnSpc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F4,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0(R3)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6853517" y="1694778"/>
            <a:ext cx="503144" cy="513790"/>
            <a:chOff x="7614919" y="1920748"/>
            <a:chExt cx="570230" cy="582295"/>
          </a:xfrm>
        </p:grpSpPr>
        <p:pic>
          <p:nvPicPr>
            <p:cNvPr id="119" name="object 11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14919" y="1935988"/>
              <a:ext cx="569976" cy="49072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39303" y="1920748"/>
              <a:ext cx="521207" cy="582167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6855012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96"/>
              </a:lnSpc>
            </a:pPr>
            <a:r>
              <a:rPr sz="1500" b="1" spc="-44" dirty="0">
                <a:solidFill>
                  <a:srgbClr val="FC0128"/>
                </a:solidFill>
                <a:latin typeface="Courier New"/>
                <a:cs typeface="Courier New"/>
              </a:rPr>
              <a:t>Y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3534784" y="1979855"/>
            <a:ext cx="575982" cy="513790"/>
            <a:chOff x="3853688" y="2243835"/>
            <a:chExt cx="652780" cy="582295"/>
          </a:xfrm>
        </p:grpSpPr>
        <p:pic>
          <p:nvPicPr>
            <p:cNvPr id="124" name="object 12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93312" y="2259075"/>
              <a:ext cx="573024" cy="490727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53688" y="2243835"/>
              <a:ext cx="652272" cy="582168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3573183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63877">
              <a:spcBef>
                <a:spcPts val="62"/>
              </a:spcBef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3916456" y="1979855"/>
            <a:ext cx="3084979" cy="513790"/>
            <a:chOff x="4286250" y="2243835"/>
            <a:chExt cx="3496310" cy="582295"/>
          </a:xfrm>
        </p:grpSpPr>
        <p:pic>
          <p:nvPicPr>
            <p:cNvPr id="129" name="object 12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298696" y="2259075"/>
              <a:ext cx="1219200" cy="490727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2" name="object 13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350255" y="2259075"/>
              <a:ext cx="2432304" cy="49072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35016" y="2243835"/>
              <a:ext cx="1819656" cy="582168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4857376" y="1996515"/>
            <a:ext cx="1998009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marL="85169">
              <a:spcBef>
                <a:spcPts val="62"/>
              </a:spcBef>
            </a:pPr>
            <a:r>
              <a:rPr sz="1500" b="1" dirty="0">
                <a:latin typeface="Courier New"/>
                <a:cs typeface="Courier New"/>
              </a:rPr>
              <a:t>BNE</a:t>
            </a:r>
            <a:r>
              <a:rPr sz="1500" b="1" spc="-31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F2,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&lt;…&gt;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6853517" y="1979855"/>
            <a:ext cx="503144" cy="513790"/>
            <a:chOff x="7614919" y="2243835"/>
            <a:chExt cx="570230" cy="582295"/>
          </a:xfrm>
        </p:grpSpPr>
        <p:pic>
          <p:nvPicPr>
            <p:cNvPr id="137" name="object 13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14919" y="2259075"/>
              <a:ext cx="569976" cy="490727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39303" y="2243835"/>
              <a:ext cx="521207" cy="582168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7616612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6855012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algn="ctr">
              <a:spcBef>
                <a:spcPts val="62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3534784" y="2264932"/>
            <a:ext cx="575982" cy="513790"/>
            <a:chOff x="3853688" y="2566923"/>
            <a:chExt cx="652780" cy="582295"/>
          </a:xfrm>
        </p:grpSpPr>
        <p:pic>
          <p:nvPicPr>
            <p:cNvPr id="142" name="object 14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93312" y="2582163"/>
              <a:ext cx="573024" cy="493775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53688" y="2566923"/>
              <a:ext cx="652272" cy="582167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3573183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3877">
              <a:spcBef>
                <a:spcPts val="57"/>
              </a:spcBef>
            </a:pPr>
            <a:r>
              <a:rPr sz="1500" b="1" spc="-22" dirty="0">
                <a:latin typeface="Courier New"/>
                <a:cs typeface="Courier New"/>
              </a:rPr>
              <a:t>F2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3478306" y="2550010"/>
            <a:ext cx="688601" cy="513790"/>
            <a:chOff x="3789679" y="2890011"/>
            <a:chExt cx="780415" cy="582295"/>
          </a:xfrm>
        </p:grpSpPr>
        <p:pic>
          <p:nvPicPr>
            <p:cNvPr id="147" name="object 14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893311" y="2905251"/>
              <a:ext cx="573024" cy="493775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789679" y="2890011"/>
              <a:ext cx="780288" cy="582168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3573183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6164">
              <a:spcBef>
                <a:spcPts val="57"/>
              </a:spcBef>
            </a:pP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3534784" y="2837778"/>
            <a:ext cx="575982" cy="513790"/>
            <a:chOff x="3853688" y="3216148"/>
            <a:chExt cx="652780" cy="582295"/>
          </a:xfrm>
        </p:grpSpPr>
        <p:pic>
          <p:nvPicPr>
            <p:cNvPr id="152" name="object 15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853688" y="3216148"/>
              <a:ext cx="652272" cy="582167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3573183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63877">
              <a:spcBef>
                <a:spcPts val="53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916456" y="2264932"/>
            <a:ext cx="3084979" cy="1019735"/>
            <a:chOff x="4286250" y="2566923"/>
            <a:chExt cx="3496310" cy="1155700"/>
          </a:xfrm>
        </p:grpSpPr>
        <p:pic>
          <p:nvPicPr>
            <p:cNvPr id="157" name="object 15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98696" y="2582163"/>
              <a:ext cx="1219200" cy="493775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0" name="object 16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298696" y="2905251"/>
              <a:ext cx="1219200" cy="493775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3" name="object 1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298696" y="3228339"/>
              <a:ext cx="1219200" cy="493775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6" name="object 16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350255" y="2582163"/>
              <a:ext cx="2432304" cy="493775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35016" y="2566923"/>
              <a:ext cx="2206751" cy="582167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4857376" y="2281891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DIVD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F2,F10,F6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4841837" y="2550010"/>
            <a:ext cx="2159934" cy="513790"/>
            <a:chOff x="5335015" y="2890011"/>
            <a:chExt cx="2447925" cy="582295"/>
          </a:xfrm>
        </p:grpSpPr>
        <p:pic>
          <p:nvPicPr>
            <p:cNvPr id="171" name="object 17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50255" y="2905251"/>
              <a:ext cx="2432304" cy="49377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335015" y="2890011"/>
              <a:ext cx="2206751" cy="582168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4857376" y="2567267"/>
            <a:ext cx="1998009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marL="85169">
              <a:spcBef>
                <a:spcPts val="57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76" name="object 17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9" name="object 179"/>
          <p:cNvSpPr txBox="1"/>
          <p:nvPr/>
        </p:nvSpPr>
        <p:spPr>
          <a:xfrm>
            <a:off x="4857376" y="2852644"/>
            <a:ext cx="1998009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marL="85169">
              <a:spcBef>
                <a:spcPts val="53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6853517" y="2264932"/>
            <a:ext cx="503144" cy="513790"/>
            <a:chOff x="7614919" y="2566923"/>
            <a:chExt cx="570230" cy="582295"/>
          </a:xfrm>
        </p:grpSpPr>
        <p:pic>
          <p:nvPicPr>
            <p:cNvPr id="181" name="object 18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614919" y="2582163"/>
              <a:ext cx="569976" cy="493775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39303" y="2566923"/>
              <a:ext cx="521207" cy="582167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7616612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6855012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6853517" y="2550010"/>
            <a:ext cx="503144" cy="513790"/>
            <a:chOff x="7614919" y="2890011"/>
            <a:chExt cx="570230" cy="582295"/>
          </a:xfrm>
        </p:grpSpPr>
        <p:pic>
          <p:nvPicPr>
            <p:cNvPr id="186" name="object 18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614919" y="2905251"/>
              <a:ext cx="569976" cy="493775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639303" y="2890011"/>
              <a:ext cx="521207" cy="582168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7616612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9" name="object 189"/>
          <p:cNvSpPr txBox="1"/>
          <p:nvPr/>
        </p:nvSpPr>
        <p:spPr>
          <a:xfrm>
            <a:off x="6855012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6853517" y="2837778"/>
            <a:ext cx="503144" cy="513790"/>
            <a:chOff x="7614919" y="3216148"/>
            <a:chExt cx="570230" cy="582295"/>
          </a:xfrm>
        </p:grpSpPr>
        <p:pic>
          <p:nvPicPr>
            <p:cNvPr id="191" name="object 19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614919" y="3228340"/>
              <a:ext cx="569976" cy="493775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639303" y="3216148"/>
              <a:ext cx="521207" cy="582167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7616612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96" name="object 196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8" name="object 198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9" name="object 19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2" name="object 20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5" name="object 20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8" name="object 20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1" name="object 21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4" name="object 21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223" name="object 223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4" name="object 22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226" name="object 226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7" name="object 227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230" name="object 23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965695" y="6166612"/>
              <a:ext cx="1301496" cy="438912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2" name="object 232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3" name="object 23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6" name="object 236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7" name="object 237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239" name="object 239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240" name="object 240"/>
          <p:cNvGrpSpPr/>
          <p:nvPr/>
        </p:nvGrpSpPr>
        <p:grpSpPr>
          <a:xfrm>
            <a:off x="2503021" y="1176059"/>
            <a:ext cx="4459381" cy="5101478"/>
            <a:chOff x="2684357" y="1332866"/>
            <a:chExt cx="5053965" cy="5781675"/>
          </a:xfrm>
        </p:grpSpPr>
        <p:sp>
          <p:nvSpPr>
            <p:cNvPr id="241" name="object 241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2" name="object 242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3" name="object 243"/>
          <p:cNvSpPr txBox="1"/>
          <p:nvPr/>
        </p:nvSpPr>
        <p:spPr>
          <a:xfrm>
            <a:off x="793825" y="1742291"/>
            <a:ext cx="1812551" cy="2304881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510412" y="4246133"/>
            <a:ext cx="58438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677" spc="40" dirty="0">
                <a:latin typeface="Times New Roman"/>
                <a:cs typeface="Times New Roman"/>
              </a:rPr>
              <a:t>De</a:t>
            </a:r>
            <a:r>
              <a:rPr sz="1677" spc="-529" dirty="0">
                <a:latin typeface="Times New Roman"/>
                <a:cs typeface="Times New Roman"/>
              </a:rPr>
              <a:t>s</a:t>
            </a:r>
            <a:r>
              <a:rPr sz="2515" spc="-609" baseline="20467" dirty="0">
                <a:solidFill>
                  <a:srgbClr val="114FFB"/>
                </a:solidFill>
                <a:latin typeface="Courier New"/>
                <a:cs typeface="Courier New"/>
              </a:rPr>
              <a:t>S</a:t>
            </a:r>
            <a:r>
              <a:rPr sz="1677" spc="4" dirty="0">
                <a:latin typeface="Times New Roman"/>
                <a:cs typeface="Times New Roman"/>
              </a:rPr>
              <a:t>t</a:t>
            </a:r>
            <a:r>
              <a:rPr sz="2515" spc="53" baseline="20467" dirty="0">
                <a:solidFill>
                  <a:srgbClr val="114FFB"/>
                </a:solidFill>
                <a:latin typeface="Courier New"/>
                <a:cs typeface="Courier New"/>
              </a:rPr>
              <a:t>T</a:t>
            </a:r>
            <a:endParaRPr sz="2515" baseline="20467">
              <a:latin typeface="Courier New"/>
              <a:cs typeface="Courier New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1432985" y="4168140"/>
            <a:ext cx="1045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48" name="Slide Number Placeholder 191">
            <a:extLst>
              <a:ext uri="{FF2B5EF4-FFF2-40B4-BE49-F238E27FC236}">
                <a16:creationId xmlns:a16="http://schemas.microsoft.com/office/drawing/2014/main" id="{8B18C1A2-4BD0-9154-45AB-FA802BC0CB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883" y="1165654"/>
            <a:ext cx="7283263" cy="3961279"/>
            <a:chOff x="913933" y="1321074"/>
            <a:chExt cx="8254365" cy="448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11" y="5331460"/>
              <a:ext cx="2837688" cy="384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1" y="5285740"/>
              <a:ext cx="2529840" cy="524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3183" y="4707591"/>
            <a:ext cx="32553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5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8690" y="4707591"/>
            <a:ext cx="632012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89">
              <a:lnSpc>
                <a:spcPts val="1465"/>
              </a:lnSpc>
            </a:pPr>
            <a:r>
              <a:rPr sz="1324" b="1" spc="-18" dirty="0">
                <a:latin typeface="Times New Roman"/>
                <a:cs typeface="Times New Roman"/>
              </a:rPr>
              <a:t>DIVD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0383" y="4707591"/>
            <a:ext cx="1397374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815">
              <a:lnSpc>
                <a:spcPts val="1465"/>
              </a:lnSpc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ROB2</a:t>
            </a:r>
            <a:r>
              <a:rPr sz="1324" b="1" dirty="0">
                <a:latin typeface="Times New Roman"/>
                <a:cs typeface="Times New Roman"/>
              </a:rPr>
              <a:t>,</a:t>
            </a:r>
            <a:r>
              <a:rPr sz="1324" b="1" spc="-57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3282" y="4521349"/>
            <a:ext cx="5510493" cy="712694"/>
            <a:chOff x="485986" y="5124196"/>
            <a:chExt cx="6245225" cy="8077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2" y="5547868"/>
              <a:ext cx="2837688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115" y="5335270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40" y="5169916"/>
              <a:ext cx="2916936" cy="384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792" y="5124196"/>
              <a:ext cx="2441448" cy="524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76729" y="4564903"/>
            <a:ext cx="321049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8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4533" y="4578280"/>
            <a:ext cx="566457" cy="17953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611">
              <a:lnSpc>
                <a:spcPts val="1363"/>
              </a:lnSpc>
            </a:pP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7579" y="4564903"/>
            <a:ext cx="1485340" cy="192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3059">
              <a:lnSpc>
                <a:spcPts val="1468"/>
              </a:lnSpc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0870" y="4551456"/>
            <a:ext cx="8062632" cy="1761564"/>
            <a:chOff x="460586" y="5158316"/>
            <a:chExt cx="9137650" cy="1996439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40" y="5413755"/>
              <a:ext cx="2916936" cy="3840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01226" y="541612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226" y="541612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840" y="5627115"/>
              <a:ext cx="2916936" cy="3840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749126" y="215616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22039" y="1126938"/>
            <a:ext cx="5834903" cy="5150224"/>
            <a:chOff x="1572578" y="1277197"/>
            <a:chExt cx="6612890" cy="5836920"/>
          </a:xfrm>
        </p:grpSpPr>
        <p:sp>
          <p:nvSpPr>
            <p:cNvPr id="39" name="object 39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4173219"/>
              <a:ext cx="2514600" cy="38404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82347" y="4391941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4382347" y="4391941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77944" y="4602987"/>
              <a:ext cx="2514600" cy="38404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5433483" y="3677707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93311" y="1289812"/>
              <a:ext cx="573024" cy="49072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93311" y="1612900"/>
              <a:ext cx="573024" cy="49072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301489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4301489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301489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4301489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9" name="object 6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5" name="object 7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14920" y="1612900"/>
              <a:ext cx="569976" cy="49072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8" name="object 7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93311" y="1935988"/>
              <a:ext cx="573024" cy="49072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53688" y="1920748"/>
              <a:ext cx="652272" cy="58216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87088" y="1920748"/>
              <a:ext cx="1042415" cy="582167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4301489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4301489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2821198" y="4184276"/>
            <a:ext cx="104494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Reservation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014363" y="4442460"/>
            <a:ext cx="71269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625889" y="1708225"/>
            <a:ext cx="10651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81318" algn="l"/>
              </a:tabLst>
            </a:pPr>
            <a:r>
              <a:rPr sz="1500" b="1" spc="-22" dirty="0">
                <a:latin typeface="Courier New"/>
                <a:cs typeface="Courier New"/>
              </a:rPr>
              <a:t>F4</a:t>
            </a:r>
            <a:r>
              <a:rPr sz="1500" b="1" dirty="0">
                <a:latin typeface="Courier New"/>
                <a:cs typeface="Courier New"/>
              </a:rPr>
              <a:t>	</a:t>
            </a:r>
            <a:r>
              <a:rPr sz="1500" b="1" spc="-9" dirty="0">
                <a:latin typeface="Courier New"/>
                <a:cs typeface="Courier New"/>
              </a:rPr>
              <a:t>M[10]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841837" y="1694778"/>
            <a:ext cx="2159934" cy="513790"/>
            <a:chOff x="5335015" y="1920748"/>
            <a:chExt cx="2447925" cy="582295"/>
          </a:xfrm>
        </p:grpSpPr>
        <p:pic>
          <p:nvPicPr>
            <p:cNvPr id="92" name="object 9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35015" y="1920748"/>
              <a:ext cx="1947672" cy="58216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352626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5" name="object 95"/>
            <p:cNvSpPr/>
            <p:nvPr/>
          </p:nvSpPr>
          <p:spPr>
            <a:xfrm>
              <a:off x="5352626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4931783" y="1708225"/>
            <a:ext cx="13962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F4,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0(R3)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6841565" y="1694778"/>
            <a:ext cx="514910" cy="513790"/>
            <a:chOff x="7601373" y="1920748"/>
            <a:chExt cx="583565" cy="582295"/>
          </a:xfrm>
        </p:grpSpPr>
        <p:pic>
          <p:nvPicPr>
            <p:cNvPr id="98" name="object 9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14920" y="1935988"/>
              <a:ext cx="569976" cy="49072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39304" y="1920748"/>
              <a:ext cx="521207" cy="582167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7616613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616613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6964942" y="1087867"/>
            <a:ext cx="781050" cy="200808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42358" marR="4483" algn="r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342358" marR="4483" indent="-331712" algn="r">
              <a:lnSpc>
                <a:spcPct val="135700"/>
              </a:lnSpc>
              <a:spcBef>
                <a:spcPts val="4"/>
              </a:spcBef>
              <a:tabLst>
                <a:tab pos="342358" algn="l"/>
              </a:tabLst>
            </a:pPr>
            <a:r>
              <a:rPr sz="1500" b="1" spc="-44" dirty="0">
                <a:solidFill>
                  <a:srgbClr val="FC0128"/>
                </a:solidFill>
                <a:latin typeface="Courier New"/>
                <a:cs typeface="Courier New"/>
              </a:rPr>
              <a:t>Y</a:t>
            </a:r>
            <a:r>
              <a:rPr sz="1500" b="1" dirty="0">
                <a:solidFill>
                  <a:srgbClr val="FC0128"/>
                </a:solidFill>
                <a:latin typeface="Courier New"/>
                <a:cs typeface="Courier New"/>
              </a:rPr>
              <a:t>	</a:t>
            </a:r>
            <a:r>
              <a:rPr sz="1324" spc="-22" dirty="0">
                <a:solidFill>
                  <a:srgbClr val="FF00FF"/>
                </a:solidFill>
                <a:latin typeface="Times New Roman"/>
                <a:cs typeface="Times New Roman"/>
              </a:rPr>
              <a:t>ROB5 </a:t>
            </a: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ROB4</a:t>
            </a:r>
            <a:endParaRPr sz="1324">
              <a:latin typeface="Times New Roman"/>
              <a:cs typeface="Times New Roman"/>
            </a:endParaRPr>
          </a:p>
          <a:p>
            <a:pPr marL="342358" marR="4483" algn="just">
              <a:lnSpc>
                <a:spcPct val="147300"/>
              </a:lnSpc>
              <a:spcBef>
                <a:spcPts val="35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534784" y="1979855"/>
            <a:ext cx="575982" cy="513790"/>
            <a:chOff x="3853688" y="2243835"/>
            <a:chExt cx="652780" cy="582295"/>
          </a:xfrm>
        </p:grpSpPr>
        <p:pic>
          <p:nvPicPr>
            <p:cNvPr id="104" name="object 10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93312" y="2259075"/>
              <a:ext cx="573024" cy="490727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53688" y="2243835"/>
              <a:ext cx="652272" cy="582168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3625889" y="1993302"/>
            <a:ext cx="2515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3916456" y="1979855"/>
            <a:ext cx="3084979" cy="513790"/>
            <a:chOff x="4286250" y="2243835"/>
            <a:chExt cx="3496310" cy="582295"/>
          </a:xfrm>
        </p:grpSpPr>
        <p:pic>
          <p:nvPicPr>
            <p:cNvPr id="110" name="object 11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98696" y="2259075"/>
              <a:ext cx="1219200" cy="49072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3" name="object 11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50255" y="2259075"/>
              <a:ext cx="2432304" cy="490727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35016" y="2243835"/>
              <a:ext cx="1819656" cy="58216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4931783" y="1993302"/>
            <a:ext cx="128139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BNE</a:t>
            </a:r>
            <a:r>
              <a:rPr sz="1500" b="1" spc="-31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F2,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&lt;…&gt;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6841565" y="1979855"/>
            <a:ext cx="514910" cy="513790"/>
            <a:chOff x="7601373" y="2243835"/>
            <a:chExt cx="583565" cy="582295"/>
          </a:xfrm>
        </p:grpSpPr>
        <p:pic>
          <p:nvPicPr>
            <p:cNvPr id="119" name="object 11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14920" y="2259075"/>
              <a:ext cx="569976" cy="49072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639304" y="2243835"/>
              <a:ext cx="521207" cy="582168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7616613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616613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964943" y="1993302"/>
            <a:ext cx="1372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3534784" y="2264932"/>
            <a:ext cx="575982" cy="513790"/>
            <a:chOff x="3853688" y="2566923"/>
            <a:chExt cx="652780" cy="582295"/>
          </a:xfrm>
        </p:grpSpPr>
        <p:pic>
          <p:nvPicPr>
            <p:cNvPr id="125" name="object 12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893312" y="2582163"/>
              <a:ext cx="573024" cy="49377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53688" y="2566923"/>
              <a:ext cx="652272" cy="582167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625889" y="2278380"/>
            <a:ext cx="2515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22" dirty="0">
                <a:latin typeface="Courier New"/>
                <a:cs typeface="Courier New"/>
              </a:rPr>
              <a:t>F2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3478306" y="2550010"/>
            <a:ext cx="688601" cy="513790"/>
            <a:chOff x="3789679" y="2890011"/>
            <a:chExt cx="780415" cy="582295"/>
          </a:xfrm>
        </p:grpSpPr>
        <p:pic>
          <p:nvPicPr>
            <p:cNvPr id="131" name="object 13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893311" y="2905251"/>
              <a:ext cx="573024" cy="49377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789679" y="2890011"/>
              <a:ext cx="780288" cy="582168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3568665" y="2563457"/>
            <a:ext cx="3658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3534784" y="2837778"/>
            <a:ext cx="575982" cy="513790"/>
            <a:chOff x="3853688" y="3216148"/>
            <a:chExt cx="652780" cy="582295"/>
          </a:xfrm>
        </p:grpSpPr>
        <p:pic>
          <p:nvPicPr>
            <p:cNvPr id="137" name="object 13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93312" y="3228340"/>
              <a:ext cx="573024" cy="49377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53688" y="3216148"/>
              <a:ext cx="652272" cy="582167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3625889" y="2848535"/>
            <a:ext cx="2515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3916456" y="2264932"/>
            <a:ext cx="3084979" cy="1019735"/>
            <a:chOff x="4286250" y="2566923"/>
            <a:chExt cx="3496310" cy="1155700"/>
          </a:xfrm>
        </p:grpSpPr>
        <p:pic>
          <p:nvPicPr>
            <p:cNvPr id="143" name="object 14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98696" y="2582163"/>
              <a:ext cx="1219200" cy="493775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6" name="object 14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298696" y="2905251"/>
              <a:ext cx="1219200" cy="493775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9" name="object 14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298696" y="3228339"/>
              <a:ext cx="1219200" cy="493775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2" name="object 15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350255" y="2582163"/>
              <a:ext cx="2432304" cy="493775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335016" y="2566923"/>
              <a:ext cx="2206751" cy="582167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4931783" y="2278380"/>
            <a:ext cx="16248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DIVD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F2,F10,F6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4841837" y="2550010"/>
            <a:ext cx="2159934" cy="513790"/>
            <a:chOff x="5335015" y="2890011"/>
            <a:chExt cx="2447925" cy="582295"/>
          </a:xfrm>
        </p:grpSpPr>
        <p:pic>
          <p:nvPicPr>
            <p:cNvPr id="158" name="object 15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350255" y="2905251"/>
              <a:ext cx="2432304" cy="493775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335015" y="2890011"/>
              <a:ext cx="2206751" cy="582168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2" name="object 162"/>
          <p:cNvSpPr txBox="1"/>
          <p:nvPr/>
        </p:nvSpPr>
        <p:spPr>
          <a:xfrm>
            <a:off x="4931783" y="2563457"/>
            <a:ext cx="16248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64" name="object 16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8" name="object 168"/>
          <p:cNvSpPr txBox="1"/>
          <p:nvPr/>
        </p:nvSpPr>
        <p:spPr>
          <a:xfrm>
            <a:off x="4931783" y="2848535"/>
            <a:ext cx="13962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6841565" y="2264932"/>
            <a:ext cx="514910" cy="513790"/>
            <a:chOff x="7601373" y="2566923"/>
            <a:chExt cx="583565" cy="582295"/>
          </a:xfrm>
        </p:grpSpPr>
        <p:pic>
          <p:nvPicPr>
            <p:cNvPr id="170" name="object 17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614920" y="2582163"/>
              <a:ext cx="569976" cy="493775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639304" y="2566923"/>
              <a:ext cx="521207" cy="582167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7616613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616613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6964943" y="2278380"/>
            <a:ext cx="1372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6841565" y="2550010"/>
            <a:ext cx="514910" cy="513790"/>
            <a:chOff x="7601373" y="2890011"/>
            <a:chExt cx="583565" cy="582295"/>
          </a:xfrm>
        </p:grpSpPr>
        <p:pic>
          <p:nvPicPr>
            <p:cNvPr id="176" name="object 17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14920" y="2905251"/>
              <a:ext cx="569976" cy="493775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639304" y="2890011"/>
              <a:ext cx="521207" cy="582168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7616613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616613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6964943" y="2563457"/>
            <a:ext cx="1372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6841565" y="2837778"/>
            <a:ext cx="514910" cy="513790"/>
            <a:chOff x="7601373" y="3216148"/>
            <a:chExt cx="583565" cy="582295"/>
          </a:xfrm>
        </p:grpSpPr>
        <p:pic>
          <p:nvPicPr>
            <p:cNvPr id="182" name="object 18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614920" y="3228340"/>
              <a:ext cx="569976" cy="493775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39304" y="3216148"/>
              <a:ext cx="521207" cy="582167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7616613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616613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6" name="object 186"/>
          <p:cNvSpPr txBox="1"/>
          <p:nvPr/>
        </p:nvSpPr>
        <p:spPr>
          <a:xfrm>
            <a:off x="6964943" y="2848535"/>
            <a:ext cx="1372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88" name="object 188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1" name="object 19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4" name="object 19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7" name="object 19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0" name="object 20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3" name="object 20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6" name="object 20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9" name="object 209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528361" y="5090608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3545622" y="498572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216" name="object 216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7" name="object 21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0" name="object 220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223" name="object 22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965695" y="6166612"/>
              <a:ext cx="1301496" cy="438912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5" name="object 225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6" name="object 22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8" name="object 228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3086639" y="362667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2503021" y="1176059"/>
            <a:ext cx="4459381" cy="5101478"/>
            <a:chOff x="2684357" y="1332866"/>
            <a:chExt cx="5053965" cy="5781675"/>
          </a:xfrm>
        </p:grpSpPr>
        <p:sp>
          <p:nvSpPr>
            <p:cNvPr id="234" name="object 234"/>
            <p:cNvSpPr/>
            <p:nvPr/>
          </p:nvSpPr>
          <p:spPr>
            <a:xfrm>
              <a:off x="7495328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5" name="object 235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6" name="object 236"/>
          <p:cNvSpPr txBox="1"/>
          <p:nvPr/>
        </p:nvSpPr>
        <p:spPr>
          <a:xfrm>
            <a:off x="793825" y="1742291"/>
            <a:ext cx="1812551" cy="2692038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lnSpc>
                <a:spcPct val="149100"/>
              </a:lnSpc>
              <a:spcBef>
                <a:spcPts val="93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F0,10(R2)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F10,F4,F0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DIVD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F2,F10,F6 </a:t>
            </a:r>
            <a:r>
              <a:rPr sz="1677" dirty="0">
                <a:solidFill>
                  <a:srgbClr val="FF0000"/>
                </a:solidFill>
                <a:latin typeface="Courier New"/>
                <a:cs typeface="Courier New"/>
              </a:rPr>
              <a:t>BNE  </a:t>
            </a:r>
            <a:r>
              <a:rPr sz="1677" spc="-9" dirty="0">
                <a:solidFill>
                  <a:srgbClr val="FF0000"/>
                </a:solidFill>
                <a:latin typeface="Courier New"/>
                <a:cs typeface="Courier New"/>
              </a:rPr>
              <a:t>F2,&lt;…&gt;</a:t>
            </a:r>
            <a:endParaRPr sz="1677">
              <a:latin typeface="Courier New"/>
              <a:cs typeface="Courier New"/>
            </a:endParaRPr>
          </a:p>
          <a:p>
            <a:pPr marL="11206" marR="132236" algn="just">
              <a:lnSpc>
                <a:spcPct val="149500"/>
              </a:lnSpc>
              <a:spcBef>
                <a:spcPts val="84"/>
              </a:spcBef>
            </a:pP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LD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F4,0(R3)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ADDD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F0,F4,F6 </a:t>
            </a:r>
            <a:r>
              <a:rPr sz="1677" dirty="0">
                <a:solidFill>
                  <a:srgbClr val="114FFB"/>
                </a:solidFill>
                <a:latin typeface="Courier New"/>
                <a:cs typeface="Courier New"/>
              </a:rPr>
              <a:t>ST   </a:t>
            </a:r>
            <a:r>
              <a:rPr sz="1677" spc="-9" dirty="0">
                <a:solidFill>
                  <a:srgbClr val="114FFB"/>
                </a:solidFill>
                <a:latin typeface="Courier New"/>
                <a:cs typeface="Courier New"/>
              </a:rPr>
              <a:t>0(R3),F4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41" name="Slide Number Placeholder 191">
            <a:extLst>
              <a:ext uri="{FF2B5EF4-FFF2-40B4-BE49-F238E27FC236}">
                <a16:creationId xmlns:a16="http://schemas.microsoft.com/office/drawing/2014/main" id="{8EDD9BFA-8FCF-7B14-00EC-4BD66893B8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883" y="1165654"/>
            <a:ext cx="7283263" cy="3961279"/>
            <a:chOff x="913933" y="1321074"/>
            <a:chExt cx="8254365" cy="448945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3311" y="5331460"/>
              <a:ext cx="2837688" cy="384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311" y="5285740"/>
              <a:ext cx="2529840" cy="524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97207" y="5335269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1731" y="216050"/>
            <a:ext cx="48549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Tomasulo</a:t>
            </a:r>
            <a:r>
              <a:rPr spc="-57" dirty="0"/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Reorder</a:t>
            </a:r>
            <a:r>
              <a:rPr spc="-53" dirty="0"/>
              <a:t> </a:t>
            </a:r>
            <a:r>
              <a:rPr spc="-9" dirty="0"/>
              <a:t>buffer: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3183" y="4707591"/>
            <a:ext cx="325531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169">
              <a:lnSpc>
                <a:spcPts val="1465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8690" y="4707591"/>
            <a:ext cx="632012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89">
              <a:lnSpc>
                <a:spcPts val="1465"/>
              </a:lnSpc>
            </a:pPr>
            <a:r>
              <a:rPr sz="1324" b="1" spc="-18" dirty="0">
                <a:latin typeface="Times New Roman"/>
                <a:cs typeface="Times New Roman"/>
              </a:rPr>
              <a:t>DIVD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0383" y="4707591"/>
            <a:ext cx="1397374" cy="192360"/>
          </a:xfrm>
          <a:prstGeom prst="rect">
            <a:avLst/>
          </a:prstGeom>
          <a:solidFill>
            <a:srgbClr val="FFFFFF"/>
          </a:solidFill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815">
              <a:lnSpc>
                <a:spcPts val="1465"/>
              </a:lnSpc>
            </a:pPr>
            <a:r>
              <a:rPr sz="1324" b="1" dirty="0">
                <a:solidFill>
                  <a:srgbClr val="FF0000"/>
                </a:solidFill>
                <a:latin typeface="Times New Roman"/>
                <a:cs typeface="Times New Roman"/>
              </a:rPr>
              <a:t>ROB2</a:t>
            </a:r>
            <a:r>
              <a:rPr sz="1324" b="1" dirty="0">
                <a:latin typeface="Times New Roman"/>
                <a:cs typeface="Times New Roman"/>
              </a:rPr>
              <a:t>,</a:t>
            </a:r>
            <a:r>
              <a:rPr sz="1324" b="1" spc="-57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latin typeface="Times New Roman"/>
                <a:cs typeface="Times New Roman"/>
              </a:rPr>
              <a:t>R(F6)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3282" y="4521349"/>
            <a:ext cx="5510493" cy="712694"/>
            <a:chOff x="485986" y="5124196"/>
            <a:chExt cx="6245225" cy="80772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3312" y="5547868"/>
              <a:ext cx="2837688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2668269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668269" y="215618"/>
                  </a:lnTo>
                  <a:lnTo>
                    <a:pt x="2668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07" y="5550888"/>
              <a:ext cx="2668270" cy="215900"/>
            </a:xfrm>
            <a:custGeom>
              <a:avLst/>
              <a:gdLst/>
              <a:ahLst/>
              <a:cxnLst/>
              <a:rect l="l" t="t" r="r" b="b"/>
              <a:pathLst>
                <a:path w="2668270" h="215900">
                  <a:moveTo>
                    <a:pt x="0" y="0"/>
                  </a:moveTo>
                  <a:lnTo>
                    <a:pt x="2668269" y="0"/>
                  </a:lnTo>
                  <a:lnTo>
                    <a:pt x="2668269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115" y="5335270"/>
              <a:ext cx="716280" cy="431800"/>
            </a:xfrm>
            <a:custGeom>
              <a:avLst/>
              <a:gdLst/>
              <a:ahLst/>
              <a:cxnLst/>
              <a:rect l="l" t="t" r="r" b="b"/>
              <a:pathLst>
                <a:path w="716279" h="431800">
                  <a:moveTo>
                    <a:pt x="0" y="0"/>
                  </a:moveTo>
                  <a:lnTo>
                    <a:pt x="715918" y="0"/>
                  </a:lnTo>
                  <a:lnTo>
                    <a:pt x="715918" y="431235"/>
                  </a:lnTo>
                  <a:lnTo>
                    <a:pt x="0" y="431235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7840" y="5169916"/>
              <a:ext cx="2916936" cy="384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792" y="5124196"/>
              <a:ext cx="2441448" cy="524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226" y="5173557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0106" y="4578280"/>
            <a:ext cx="308162" cy="16671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71721">
              <a:lnSpc>
                <a:spcPts val="1288"/>
              </a:lnSpc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4533" y="4578280"/>
            <a:ext cx="566457" cy="16671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611">
              <a:lnSpc>
                <a:spcPts val="1288"/>
              </a:lnSpc>
            </a:pPr>
            <a:r>
              <a:rPr sz="1324" b="1" spc="-18" dirty="0">
                <a:latin typeface="Times New Roman"/>
                <a:cs typeface="Times New Roman"/>
              </a:rPr>
              <a:t>ADDD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7579" y="4578280"/>
            <a:ext cx="1471893" cy="16671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3059">
              <a:lnSpc>
                <a:spcPts val="1288"/>
              </a:lnSpc>
            </a:pPr>
            <a:r>
              <a:rPr sz="1324" b="1" spc="-9" dirty="0">
                <a:latin typeface="Times New Roman"/>
                <a:cs typeface="Times New Roman"/>
              </a:rPr>
              <a:t>R(F4),</a:t>
            </a:r>
            <a:r>
              <a:rPr sz="1324" b="1" spc="-35" dirty="0">
                <a:latin typeface="Times New Roman"/>
                <a:cs typeface="Times New Roman"/>
              </a:rPr>
              <a:t> </a:t>
            </a:r>
            <a:r>
              <a:rPr sz="132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0870" y="4551456"/>
            <a:ext cx="8062632" cy="1761564"/>
            <a:chOff x="460586" y="5158316"/>
            <a:chExt cx="9137650" cy="1996439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840" y="5413755"/>
              <a:ext cx="2916936" cy="3840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01226" y="541612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749126" y="215618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226" y="5416126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840" y="5627115"/>
              <a:ext cx="2916936" cy="3840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2749126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749126" y="215616"/>
                  </a:lnTo>
                  <a:lnTo>
                    <a:pt x="2749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01226" y="5631745"/>
              <a:ext cx="2749550" cy="215900"/>
            </a:xfrm>
            <a:custGeom>
              <a:avLst/>
              <a:gdLst/>
              <a:ahLst/>
              <a:cxnLst/>
              <a:rect l="l" t="t" r="r" b="b"/>
              <a:pathLst>
                <a:path w="2749550" h="215900">
                  <a:moveTo>
                    <a:pt x="0" y="0"/>
                  </a:moveTo>
                  <a:lnTo>
                    <a:pt x="2749126" y="0"/>
                  </a:lnTo>
                  <a:lnTo>
                    <a:pt x="2749126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880242" y="5173556"/>
              <a:ext cx="672465" cy="647065"/>
            </a:xfrm>
            <a:custGeom>
              <a:avLst/>
              <a:gdLst/>
              <a:ahLst/>
              <a:cxnLst/>
              <a:rect l="l" t="t" r="r" b="b"/>
              <a:pathLst>
                <a:path w="672465" h="647064">
                  <a:moveTo>
                    <a:pt x="0" y="0"/>
                  </a:moveTo>
                  <a:lnTo>
                    <a:pt x="672120" y="0"/>
                  </a:lnTo>
                  <a:lnTo>
                    <a:pt x="672120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501226" y="7114116"/>
              <a:ext cx="9056370" cy="0"/>
            </a:xfrm>
            <a:custGeom>
              <a:avLst/>
              <a:gdLst/>
              <a:ahLst/>
              <a:cxnLst/>
              <a:rect l="l" t="t" r="r" b="b"/>
              <a:pathLst>
                <a:path w="9056370">
                  <a:moveTo>
                    <a:pt x="0" y="0"/>
                  </a:moveTo>
                  <a:lnTo>
                    <a:pt x="9055945" y="1"/>
                  </a:lnTo>
                </a:path>
              </a:pathLst>
            </a:custGeom>
            <a:ln w="808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7480" y="6383019"/>
              <a:ext cx="1301495" cy="4907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2136" y="6343395"/>
              <a:ext cx="1472184" cy="63703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97186" y="5635065"/>
            <a:ext cx="999004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38102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adders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82931" y="5597114"/>
            <a:ext cx="1680882" cy="562535"/>
            <a:chOff x="4588255" y="6343396"/>
            <a:chExt cx="1905000" cy="637540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88839" y="6383020"/>
              <a:ext cx="1703832" cy="4907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8255" y="6343396"/>
              <a:ext cx="1905000" cy="63703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273246" y="5635065"/>
            <a:ext cx="1355912" cy="262610"/>
          </a:xfrm>
          <a:prstGeom prst="rect">
            <a:avLst/>
          </a:prstGeom>
          <a:solidFill>
            <a:srgbClr val="618FFD"/>
          </a:solidFill>
          <a:ln w="30321">
            <a:solidFill>
              <a:srgbClr val="000000"/>
            </a:solidFill>
          </a:ln>
        </p:spPr>
        <p:txBody>
          <a:bodyPr vert="horz" wrap="square" lIns="0" tIns="4482" rIns="0" bIns="0" rtlCol="0">
            <a:spAutoFit/>
          </a:bodyPr>
          <a:lstStyle/>
          <a:p>
            <a:pPr marL="26335">
              <a:spcBef>
                <a:spcPts val="35"/>
              </a:spcBef>
            </a:pPr>
            <a:r>
              <a:rPr sz="1677" b="1" dirty="0">
                <a:latin typeface="Times New Roman"/>
                <a:cs typeface="Times New Roman"/>
              </a:rPr>
              <a:t>FP</a:t>
            </a:r>
            <a:r>
              <a:rPr sz="1677" b="1" spc="-106" dirty="0">
                <a:latin typeface="Times New Roman"/>
                <a:cs typeface="Times New Roman"/>
              </a:rPr>
              <a:t> </a:t>
            </a:r>
            <a:r>
              <a:rPr sz="1677" b="1" spc="-9" dirty="0">
                <a:latin typeface="Times New Roman"/>
                <a:cs typeface="Times New Roman"/>
              </a:rPr>
              <a:t>multipliers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22039" y="3245036"/>
            <a:ext cx="5440456" cy="3032312"/>
            <a:chOff x="1572578" y="3677708"/>
            <a:chExt cx="6165850" cy="3436620"/>
          </a:xfrm>
        </p:grpSpPr>
        <p:sp>
          <p:nvSpPr>
            <p:cNvPr id="39" name="object 39"/>
            <p:cNvSpPr/>
            <p:nvPr/>
          </p:nvSpPr>
          <p:spPr>
            <a:xfrm>
              <a:off x="1572577" y="5739561"/>
              <a:ext cx="4376420" cy="647065"/>
            </a:xfrm>
            <a:custGeom>
              <a:avLst/>
              <a:gdLst/>
              <a:ahLst/>
              <a:cxnLst/>
              <a:rect l="l" t="t" r="r" b="b"/>
              <a:pathLst>
                <a:path w="4376420" h="647064">
                  <a:moveTo>
                    <a:pt x="90957" y="555891"/>
                  </a:moveTo>
                  <a:lnTo>
                    <a:pt x="60642" y="555891"/>
                  </a:lnTo>
                  <a:lnTo>
                    <a:pt x="60642" y="80848"/>
                  </a:lnTo>
                  <a:lnTo>
                    <a:pt x="30314" y="80848"/>
                  </a:lnTo>
                  <a:lnTo>
                    <a:pt x="30314" y="555891"/>
                  </a:lnTo>
                  <a:lnTo>
                    <a:pt x="0" y="555891"/>
                  </a:lnTo>
                  <a:lnTo>
                    <a:pt x="45478" y="646849"/>
                  </a:lnTo>
                  <a:lnTo>
                    <a:pt x="83375" y="571042"/>
                  </a:lnTo>
                  <a:lnTo>
                    <a:pt x="90957" y="555891"/>
                  </a:lnTo>
                  <a:close/>
                </a:path>
                <a:path w="4376420" h="647064">
                  <a:moveTo>
                    <a:pt x="818667" y="555891"/>
                  </a:moveTo>
                  <a:lnTo>
                    <a:pt x="788352" y="555891"/>
                  </a:lnTo>
                  <a:lnTo>
                    <a:pt x="788352" y="80848"/>
                  </a:lnTo>
                  <a:lnTo>
                    <a:pt x="758024" y="80848"/>
                  </a:lnTo>
                  <a:lnTo>
                    <a:pt x="758024" y="555891"/>
                  </a:lnTo>
                  <a:lnTo>
                    <a:pt x="727710" y="555891"/>
                  </a:lnTo>
                  <a:lnTo>
                    <a:pt x="773188" y="646849"/>
                  </a:lnTo>
                  <a:lnTo>
                    <a:pt x="811085" y="571042"/>
                  </a:lnTo>
                  <a:lnTo>
                    <a:pt x="818667" y="555891"/>
                  </a:lnTo>
                  <a:close/>
                </a:path>
                <a:path w="4376420" h="647064">
                  <a:moveTo>
                    <a:pt x="3406089" y="555891"/>
                  </a:moveTo>
                  <a:lnTo>
                    <a:pt x="3375761" y="555891"/>
                  </a:lnTo>
                  <a:lnTo>
                    <a:pt x="3375761" y="0"/>
                  </a:lnTo>
                  <a:lnTo>
                    <a:pt x="3345434" y="0"/>
                  </a:lnTo>
                  <a:lnTo>
                    <a:pt x="3345434" y="555891"/>
                  </a:lnTo>
                  <a:lnTo>
                    <a:pt x="3315119" y="555891"/>
                  </a:lnTo>
                  <a:lnTo>
                    <a:pt x="3360597" y="646849"/>
                  </a:lnTo>
                  <a:lnTo>
                    <a:pt x="3398507" y="571042"/>
                  </a:lnTo>
                  <a:lnTo>
                    <a:pt x="3406089" y="555891"/>
                  </a:lnTo>
                  <a:close/>
                </a:path>
                <a:path w="4376420" h="647064">
                  <a:moveTo>
                    <a:pt x="4376356" y="555891"/>
                  </a:moveTo>
                  <a:lnTo>
                    <a:pt x="4346041" y="555891"/>
                  </a:lnTo>
                  <a:lnTo>
                    <a:pt x="4346041" y="0"/>
                  </a:lnTo>
                  <a:lnTo>
                    <a:pt x="4315714" y="0"/>
                  </a:lnTo>
                  <a:lnTo>
                    <a:pt x="4315714" y="555891"/>
                  </a:lnTo>
                  <a:lnTo>
                    <a:pt x="4285399" y="555891"/>
                  </a:lnTo>
                  <a:lnTo>
                    <a:pt x="4330878" y="646849"/>
                  </a:lnTo>
                  <a:lnTo>
                    <a:pt x="4368787" y="571042"/>
                  </a:lnTo>
                  <a:lnTo>
                    <a:pt x="4376356" y="555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724785" y="5739561"/>
              <a:ext cx="3800475" cy="1374775"/>
            </a:xfrm>
            <a:custGeom>
              <a:avLst/>
              <a:gdLst/>
              <a:ahLst/>
              <a:cxnLst/>
              <a:rect l="l" t="t" r="r" b="b"/>
              <a:pathLst>
                <a:path w="3800475" h="1374775">
                  <a:moveTo>
                    <a:pt x="242570" y="323418"/>
                  </a:moveTo>
                  <a:lnTo>
                    <a:pt x="222351" y="282994"/>
                  </a:lnTo>
                  <a:lnTo>
                    <a:pt x="121285" y="80848"/>
                  </a:lnTo>
                  <a:lnTo>
                    <a:pt x="0" y="323418"/>
                  </a:lnTo>
                  <a:lnTo>
                    <a:pt x="80848" y="323418"/>
                  </a:lnTo>
                  <a:lnTo>
                    <a:pt x="80848" y="1374559"/>
                  </a:lnTo>
                  <a:lnTo>
                    <a:pt x="161709" y="1374559"/>
                  </a:lnTo>
                  <a:lnTo>
                    <a:pt x="161709" y="323418"/>
                  </a:lnTo>
                  <a:lnTo>
                    <a:pt x="242570" y="323418"/>
                  </a:lnTo>
                  <a:close/>
                </a:path>
                <a:path w="3800475" h="1374775">
                  <a:moveTo>
                    <a:pt x="3800259" y="242570"/>
                  </a:moveTo>
                  <a:lnTo>
                    <a:pt x="3780040" y="202133"/>
                  </a:lnTo>
                  <a:lnTo>
                    <a:pt x="3678974" y="0"/>
                  </a:lnTo>
                  <a:lnTo>
                    <a:pt x="3557689" y="242570"/>
                  </a:lnTo>
                  <a:lnTo>
                    <a:pt x="3638550" y="242570"/>
                  </a:lnTo>
                  <a:lnTo>
                    <a:pt x="3638550" y="1374559"/>
                  </a:lnTo>
                  <a:lnTo>
                    <a:pt x="3719398" y="1374559"/>
                  </a:lnTo>
                  <a:lnTo>
                    <a:pt x="3719398" y="242570"/>
                  </a:lnTo>
                  <a:lnTo>
                    <a:pt x="3800259" y="2425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7944" y="3956812"/>
              <a:ext cx="2514600" cy="3840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4382347" y="3960707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77944" y="4173220"/>
              <a:ext cx="2514600" cy="38404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6"/>
                  </a:lnTo>
                  <a:lnTo>
                    <a:pt x="2344842" y="215616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4382347" y="4176325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77944" y="4389628"/>
              <a:ext cx="2514600" cy="38404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4382347" y="4391942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77944" y="4602988"/>
              <a:ext cx="2514600" cy="38404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2344842" y="0"/>
                  </a:moveTo>
                  <a:lnTo>
                    <a:pt x="0" y="0"/>
                  </a:lnTo>
                  <a:lnTo>
                    <a:pt x="0" y="215618"/>
                  </a:lnTo>
                  <a:lnTo>
                    <a:pt x="2344842" y="215618"/>
                  </a:lnTo>
                  <a:lnTo>
                    <a:pt x="2344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4382347" y="4607560"/>
              <a:ext cx="2345055" cy="215900"/>
            </a:xfrm>
            <a:custGeom>
              <a:avLst/>
              <a:gdLst/>
              <a:ahLst/>
              <a:cxnLst/>
              <a:rect l="l" t="t" r="r" b="b"/>
              <a:pathLst>
                <a:path w="2345054" h="215900">
                  <a:moveTo>
                    <a:pt x="0" y="0"/>
                  </a:moveTo>
                  <a:lnTo>
                    <a:pt x="2344843" y="0"/>
                  </a:lnTo>
                  <a:lnTo>
                    <a:pt x="2344843" y="215617"/>
                  </a:lnTo>
                  <a:lnTo>
                    <a:pt x="0" y="215617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5433483" y="3677708"/>
              <a:ext cx="2304415" cy="606425"/>
            </a:xfrm>
            <a:custGeom>
              <a:avLst/>
              <a:gdLst/>
              <a:ahLst/>
              <a:cxnLst/>
              <a:rect l="l" t="t" r="r" b="b"/>
              <a:pathLst>
                <a:path w="2304415" h="606425">
                  <a:moveTo>
                    <a:pt x="2142702" y="363854"/>
                  </a:moveTo>
                  <a:lnTo>
                    <a:pt x="2061845" y="363854"/>
                  </a:lnTo>
                  <a:lnTo>
                    <a:pt x="2183129" y="606425"/>
                  </a:lnTo>
                  <a:lnTo>
                    <a:pt x="2284200" y="404284"/>
                  </a:lnTo>
                  <a:lnTo>
                    <a:pt x="2142702" y="404284"/>
                  </a:lnTo>
                  <a:lnTo>
                    <a:pt x="2142702" y="363854"/>
                  </a:lnTo>
                  <a:close/>
                </a:path>
                <a:path w="2304415" h="606425">
                  <a:moveTo>
                    <a:pt x="2142702" y="40429"/>
                  </a:moveTo>
                  <a:lnTo>
                    <a:pt x="2142702" y="404284"/>
                  </a:lnTo>
                  <a:lnTo>
                    <a:pt x="2223557" y="404284"/>
                  </a:lnTo>
                  <a:lnTo>
                    <a:pt x="2223557" y="80857"/>
                  </a:lnTo>
                  <a:lnTo>
                    <a:pt x="2183129" y="80857"/>
                  </a:lnTo>
                  <a:lnTo>
                    <a:pt x="2142702" y="40429"/>
                  </a:lnTo>
                  <a:close/>
                </a:path>
                <a:path w="2304415" h="606425">
                  <a:moveTo>
                    <a:pt x="2304415" y="363854"/>
                  </a:moveTo>
                  <a:lnTo>
                    <a:pt x="2223557" y="363854"/>
                  </a:lnTo>
                  <a:lnTo>
                    <a:pt x="2223557" y="404284"/>
                  </a:lnTo>
                  <a:lnTo>
                    <a:pt x="2284200" y="404284"/>
                  </a:lnTo>
                  <a:lnTo>
                    <a:pt x="2304415" y="363854"/>
                  </a:lnTo>
                  <a:close/>
                </a:path>
                <a:path w="2304415" h="606425">
                  <a:moveTo>
                    <a:pt x="2183129" y="0"/>
                  </a:moveTo>
                  <a:lnTo>
                    <a:pt x="0" y="0"/>
                  </a:lnTo>
                  <a:lnTo>
                    <a:pt x="0" y="80857"/>
                  </a:lnTo>
                  <a:lnTo>
                    <a:pt x="2142702" y="80857"/>
                  </a:lnTo>
                  <a:lnTo>
                    <a:pt x="2142702" y="40429"/>
                  </a:lnTo>
                  <a:lnTo>
                    <a:pt x="2223557" y="40429"/>
                  </a:lnTo>
                  <a:lnTo>
                    <a:pt x="2220380" y="24692"/>
                  </a:lnTo>
                  <a:lnTo>
                    <a:pt x="2211716" y="11841"/>
                  </a:lnTo>
                  <a:lnTo>
                    <a:pt x="2198866" y="3177"/>
                  </a:lnTo>
                  <a:lnTo>
                    <a:pt x="2183129" y="0"/>
                  </a:lnTo>
                  <a:close/>
                </a:path>
                <a:path w="2304415" h="606425">
                  <a:moveTo>
                    <a:pt x="2223557" y="40429"/>
                  </a:moveTo>
                  <a:lnTo>
                    <a:pt x="2142702" y="40429"/>
                  </a:lnTo>
                  <a:lnTo>
                    <a:pt x="2183129" y="80857"/>
                  </a:lnTo>
                  <a:lnTo>
                    <a:pt x="2223557" y="80857"/>
                  </a:lnTo>
                  <a:lnTo>
                    <a:pt x="2223557" y="40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957038" y="5182049"/>
            <a:ext cx="1044949" cy="5150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03958" marR="4483" indent="-19331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Times New Roman"/>
                <a:cs typeface="Times New Roman"/>
              </a:rPr>
              <a:t>Reservation Stations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4162" y="1091452"/>
            <a:ext cx="56757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Times New Roman"/>
                <a:cs typeface="Times New Roman"/>
              </a:rPr>
              <a:t>FP</a:t>
            </a:r>
            <a:r>
              <a:rPr sz="1677" spc="-79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Times New Roman"/>
                <a:cs typeface="Times New Roman"/>
              </a:rPr>
              <a:t>Op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7206" y="1349637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Queue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96394" y="1087866"/>
            <a:ext cx="449356" cy="20289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33300"/>
              </a:lnSpc>
              <a:spcBef>
                <a:spcPts val="88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ROB7 ROB6</a:t>
            </a:r>
            <a:endParaRPr sz="1324">
              <a:latin typeface="Times New Roman"/>
              <a:cs typeface="Times New Roman"/>
            </a:endParaRPr>
          </a:p>
          <a:p>
            <a:pPr marL="11206" marR="4483" algn="just">
              <a:lnSpc>
                <a:spcPct val="147000"/>
              </a:lnSpc>
              <a:spcBef>
                <a:spcPts val="57"/>
              </a:spcBef>
            </a:pPr>
            <a:r>
              <a:rPr sz="1324" spc="-22" dirty="0">
                <a:solidFill>
                  <a:srgbClr val="FF0000"/>
                </a:solidFill>
                <a:latin typeface="Times New Roman"/>
                <a:cs typeface="Times New Roman"/>
              </a:rPr>
              <a:t>ROB5 ROB4 ROB3 ROB2 ROB1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534784" y="1126939"/>
            <a:ext cx="3821766" cy="1081928"/>
            <a:chOff x="3853688" y="1277197"/>
            <a:chExt cx="4331335" cy="1226185"/>
          </a:xfrm>
        </p:grpSpPr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289812"/>
              <a:ext cx="573024" cy="49072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3897207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3312" y="1612900"/>
              <a:ext cx="573024" cy="490727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3897207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98696" y="1289812"/>
              <a:ext cx="1219200" cy="49072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4301490" y="129243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98696" y="1612900"/>
              <a:ext cx="1219200" cy="49072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4301490" y="161586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50255" y="1289812"/>
              <a:ext cx="2432304" cy="49072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5352627" y="129243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50255" y="1612900"/>
              <a:ext cx="2432304" cy="49072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5352627" y="161586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14920" y="1289812"/>
              <a:ext cx="569976" cy="49072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7616612" y="129243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14920" y="1612900"/>
              <a:ext cx="569976" cy="49072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7616612" y="161586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93312" y="1935988"/>
              <a:ext cx="573024" cy="49072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53688" y="1920748"/>
              <a:ext cx="652272" cy="58216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3897207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98696" y="1935988"/>
              <a:ext cx="1219200" cy="49072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87088" y="1920748"/>
              <a:ext cx="1042415" cy="582167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0" name="object 90"/>
            <p:cNvSpPr/>
            <p:nvPr/>
          </p:nvSpPr>
          <p:spPr>
            <a:xfrm>
              <a:off x="4301490" y="1939290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3625889" y="1708225"/>
            <a:ext cx="10651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81318" algn="l"/>
              </a:tabLst>
            </a:pPr>
            <a:r>
              <a:rPr sz="1500" b="1" spc="-22" dirty="0">
                <a:latin typeface="Courier New"/>
                <a:cs typeface="Courier New"/>
              </a:rPr>
              <a:t>F4</a:t>
            </a:r>
            <a:r>
              <a:rPr sz="1500" b="1" dirty="0">
                <a:latin typeface="Courier New"/>
                <a:cs typeface="Courier New"/>
              </a:rPr>
              <a:t>	</a:t>
            </a:r>
            <a:r>
              <a:rPr sz="1500" b="1" spc="-9" dirty="0">
                <a:latin typeface="Courier New"/>
                <a:cs typeface="Courier New"/>
              </a:rPr>
              <a:t>M[10]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4841837" y="1694778"/>
            <a:ext cx="2159934" cy="513790"/>
            <a:chOff x="5335015" y="1920748"/>
            <a:chExt cx="2447925" cy="582295"/>
          </a:xfrm>
        </p:grpSpPr>
        <p:pic>
          <p:nvPicPr>
            <p:cNvPr id="93" name="object 9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50255" y="1935988"/>
              <a:ext cx="2432304" cy="49072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35015" y="1920748"/>
              <a:ext cx="1947672" cy="582167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352626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6" name="object 96"/>
            <p:cNvSpPr/>
            <p:nvPr/>
          </p:nvSpPr>
          <p:spPr>
            <a:xfrm>
              <a:off x="5352626" y="1939290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4931783" y="1708225"/>
            <a:ext cx="13962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F4,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0(R3)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853517" y="1694778"/>
            <a:ext cx="503144" cy="513790"/>
            <a:chOff x="7614919" y="1920748"/>
            <a:chExt cx="570230" cy="582295"/>
          </a:xfrm>
        </p:grpSpPr>
        <p:pic>
          <p:nvPicPr>
            <p:cNvPr id="99" name="object 9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14919" y="1935988"/>
              <a:ext cx="569976" cy="490727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639303" y="1920748"/>
              <a:ext cx="521207" cy="582167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7616612" y="1939290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6855012" y="1720056"/>
            <a:ext cx="356907" cy="23083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96"/>
              </a:lnSpc>
            </a:pPr>
            <a:r>
              <a:rPr sz="1500" b="1" spc="-44" dirty="0">
                <a:solidFill>
                  <a:srgbClr val="FC0128"/>
                </a:solidFill>
                <a:latin typeface="Courier New"/>
                <a:cs typeface="Courier New"/>
              </a:rPr>
              <a:t>Y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534784" y="1979855"/>
            <a:ext cx="575982" cy="513790"/>
            <a:chOff x="3853688" y="2243835"/>
            <a:chExt cx="652780" cy="582295"/>
          </a:xfrm>
        </p:grpSpPr>
        <p:pic>
          <p:nvPicPr>
            <p:cNvPr id="104" name="object 10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93312" y="2259075"/>
              <a:ext cx="573024" cy="490727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53688" y="2243835"/>
              <a:ext cx="652272" cy="582168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97207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3625889" y="1993302"/>
            <a:ext cx="25157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18" dirty="0">
                <a:latin typeface="Courier New"/>
                <a:cs typeface="Courier New"/>
              </a:rPr>
              <a:t>-</a:t>
            </a:r>
            <a:r>
              <a:rPr sz="1500" b="1" spc="-44" dirty="0">
                <a:latin typeface="Courier New"/>
                <a:cs typeface="Courier New"/>
              </a:rPr>
              <a:t>-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3916456" y="1979855"/>
            <a:ext cx="3084979" cy="513790"/>
            <a:chOff x="4286250" y="2243835"/>
            <a:chExt cx="3496310" cy="582295"/>
          </a:xfrm>
        </p:grpSpPr>
        <p:pic>
          <p:nvPicPr>
            <p:cNvPr id="110" name="object 11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98696" y="2259075"/>
              <a:ext cx="1219200" cy="49072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301490" y="2262716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3" name="object 11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50255" y="2259075"/>
              <a:ext cx="2432304" cy="490727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335016" y="2243835"/>
              <a:ext cx="1819656" cy="58216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352627" y="2262716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4931783" y="1993302"/>
            <a:ext cx="128139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BNE</a:t>
            </a:r>
            <a:r>
              <a:rPr sz="1500" b="1" spc="-31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F2,</a:t>
            </a:r>
            <a:r>
              <a:rPr sz="1500" b="1" spc="-26" dirty="0">
                <a:latin typeface="Courier New"/>
                <a:cs typeface="Courier New"/>
              </a:rPr>
              <a:t> </a:t>
            </a:r>
            <a:r>
              <a:rPr sz="1500" b="1" spc="-22" dirty="0">
                <a:latin typeface="Courier New"/>
                <a:cs typeface="Courier New"/>
              </a:rPr>
              <a:t>&lt;…&gt;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6853517" y="1979855"/>
            <a:ext cx="503144" cy="513790"/>
            <a:chOff x="7614919" y="2243835"/>
            <a:chExt cx="570230" cy="582295"/>
          </a:xfrm>
        </p:grpSpPr>
        <p:pic>
          <p:nvPicPr>
            <p:cNvPr id="119" name="object 11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614919" y="2259075"/>
              <a:ext cx="569976" cy="49072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639303" y="2243835"/>
              <a:ext cx="521207" cy="582168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7616612" y="2262716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6855012" y="1996515"/>
            <a:ext cx="356907" cy="238753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844" rIns="0" bIns="0" rtlCol="0">
            <a:spAutoFit/>
          </a:bodyPr>
          <a:lstStyle/>
          <a:p>
            <a:pPr algn="ctr">
              <a:spcBef>
                <a:spcPts val="62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3478306" y="2264932"/>
            <a:ext cx="688601" cy="1086971"/>
            <a:chOff x="3789679" y="2566923"/>
            <a:chExt cx="780415" cy="1231900"/>
          </a:xfrm>
        </p:grpSpPr>
        <p:pic>
          <p:nvPicPr>
            <p:cNvPr id="124" name="object 12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93311" y="2582163"/>
              <a:ext cx="573024" cy="493775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853687" y="2566923"/>
              <a:ext cx="652272" cy="582167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897207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8" name="object 12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93311" y="2905251"/>
              <a:ext cx="573024" cy="493775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789679" y="2890011"/>
              <a:ext cx="780288" cy="582168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2" y="323427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897207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2" name="object 13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93311" y="3228339"/>
              <a:ext cx="573024" cy="49377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53687" y="3216147"/>
              <a:ext cx="652272" cy="582167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2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2" y="323425"/>
                  </a:lnTo>
                  <a:lnTo>
                    <a:pt x="404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897207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0" y="0"/>
                  </a:moveTo>
                  <a:lnTo>
                    <a:pt x="404283" y="0"/>
                  </a:lnTo>
                  <a:lnTo>
                    <a:pt x="404283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3568665" y="2221902"/>
            <a:ext cx="365872" cy="86251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algn="ctr">
              <a:lnSpc>
                <a:spcPct val="124700"/>
              </a:lnSpc>
              <a:spcBef>
                <a:spcPts val="88"/>
              </a:spcBef>
            </a:pPr>
            <a:r>
              <a:rPr sz="1500" b="1" spc="-22" dirty="0">
                <a:latin typeface="Courier New"/>
                <a:cs typeface="Courier New"/>
              </a:rPr>
              <a:t>F2 </a:t>
            </a:r>
            <a:r>
              <a:rPr sz="1500" b="1" spc="-22" dirty="0">
                <a:solidFill>
                  <a:srgbClr val="FC0128"/>
                </a:solidFill>
                <a:latin typeface="Courier New"/>
                <a:cs typeface="Courier New"/>
              </a:rPr>
              <a:t>F10 </a:t>
            </a:r>
            <a:r>
              <a:rPr sz="1500" b="1" spc="-22" dirty="0">
                <a:latin typeface="Courier New"/>
                <a:cs typeface="Courier New"/>
              </a:rPr>
              <a:t>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3916456" y="2264932"/>
            <a:ext cx="3084979" cy="1019735"/>
            <a:chOff x="4286250" y="2566923"/>
            <a:chExt cx="3496310" cy="1155700"/>
          </a:xfrm>
        </p:grpSpPr>
        <p:pic>
          <p:nvPicPr>
            <p:cNvPr id="138" name="object 13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298696" y="2582163"/>
              <a:ext cx="1219200" cy="493775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301490" y="2586142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1" name="object 14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298696" y="2905251"/>
              <a:ext cx="1219200" cy="493775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1051135" y="323427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301490" y="2909569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4" name="object 14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298696" y="3228339"/>
              <a:ext cx="1219200" cy="493775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105113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1051135" y="323425"/>
                  </a:lnTo>
                  <a:lnTo>
                    <a:pt x="105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301490" y="3232997"/>
              <a:ext cx="1051560" cy="323850"/>
            </a:xfrm>
            <a:custGeom>
              <a:avLst/>
              <a:gdLst/>
              <a:ahLst/>
              <a:cxnLst/>
              <a:rect l="l" t="t" r="r" b="b"/>
              <a:pathLst>
                <a:path w="1051560" h="323850">
                  <a:moveTo>
                    <a:pt x="0" y="0"/>
                  </a:moveTo>
                  <a:lnTo>
                    <a:pt x="1051136" y="0"/>
                  </a:lnTo>
                  <a:lnTo>
                    <a:pt x="105113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7" name="object 14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350255" y="2582163"/>
              <a:ext cx="2432304" cy="493775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335016" y="2566923"/>
              <a:ext cx="2206751" cy="582167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352627" y="2586142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4931783" y="2278380"/>
            <a:ext cx="16248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DIVD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F2,F10,F6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4841837" y="2550010"/>
            <a:ext cx="2159934" cy="513790"/>
            <a:chOff x="5335015" y="2890011"/>
            <a:chExt cx="2447925" cy="582295"/>
          </a:xfrm>
        </p:grpSpPr>
        <p:pic>
          <p:nvPicPr>
            <p:cNvPr id="153" name="object 15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350255" y="2905251"/>
              <a:ext cx="2432304" cy="493775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35015" y="2890011"/>
              <a:ext cx="2206751" cy="582168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2263985" y="323427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352626" y="2909569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7" name="object 157"/>
          <p:cNvSpPr txBox="1"/>
          <p:nvPr/>
        </p:nvSpPr>
        <p:spPr>
          <a:xfrm>
            <a:off x="4931783" y="2563457"/>
            <a:ext cx="16248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ADDD</a:t>
            </a:r>
            <a:r>
              <a:rPr sz="1500" b="1" spc="-40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F10,F4,F0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4841837" y="2837778"/>
            <a:ext cx="2159934" cy="513790"/>
            <a:chOff x="5335015" y="3216148"/>
            <a:chExt cx="2447925" cy="582295"/>
          </a:xfrm>
        </p:grpSpPr>
        <p:pic>
          <p:nvPicPr>
            <p:cNvPr id="159" name="object 15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350255" y="3228340"/>
              <a:ext cx="2432304" cy="493775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35015" y="3216148"/>
              <a:ext cx="1947672" cy="582167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2263985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2263985" y="323425"/>
                  </a:lnTo>
                  <a:lnTo>
                    <a:pt x="226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5352626" y="3232997"/>
              <a:ext cx="2264410" cy="323850"/>
            </a:xfrm>
            <a:custGeom>
              <a:avLst/>
              <a:gdLst/>
              <a:ahLst/>
              <a:cxnLst/>
              <a:rect l="l" t="t" r="r" b="b"/>
              <a:pathLst>
                <a:path w="2264409" h="323850">
                  <a:moveTo>
                    <a:pt x="0" y="0"/>
                  </a:moveTo>
                  <a:lnTo>
                    <a:pt x="2263986" y="0"/>
                  </a:lnTo>
                  <a:lnTo>
                    <a:pt x="2263986" y="323426"/>
                  </a:lnTo>
                  <a:lnTo>
                    <a:pt x="0" y="323426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3" name="object 163"/>
          <p:cNvSpPr txBox="1"/>
          <p:nvPr/>
        </p:nvSpPr>
        <p:spPr>
          <a:xfrm>
            <a:off x="4931783" y="2848535"/>
            <a:ext cx="13962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Courier New"/>
                <a:cs typeface="Courier New"/>
              </a:rPr>
              <a:t>LD</a:t>
            </a:r>
            <a:r>
              <a:rPr sz="1500" b="1" spc="-22" dirty="0">
                <a:latin typeface="Courier New"/>
                <a:cs typeface="Courier New"/>
              </a:rPr>
              <a:t> </a:t>
            </a:r>
            <a:r>
              <a:rPr sz="1500" b="1" spc="-9" dirty="0">
                <a:latin typeface="Courier New"/>
                <a:cs typeface="Courier New"/>
              </a:rPr>
              <a:t>F0,10(R2)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6853517" y="2264932"/>
            <a:ext cx="503144" cy="513790"/>
            <a:chOff x="7614919" y="2566923"/>
            <a:chExt cx="570230" cy="582295"/>
          </a:xfrm>
        </p:grpSpPr>
        <p:pic>
          <p:nvPicPr>
            <p:cNvPr id="165" name="object 16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14919" y="2582163"/>
              <a:ext cx="569976" cy="493775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639303" y="2566923"/>
              <a:ext cx="521207" cy="582167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7616612" y="2586142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8" name="object 168"/>
          <p:cNvSpPr txBox="1"/>
          <p:nvPr/>
        </p:nvSpPr>
        <p:spPr>
          <a:xfrm>
            <a:off x="6855012" y="2281891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6853517" y="2550010"/>
            <a:ext cx="503144" cy="513790"/>
            <a:chOff x="7614919" y="2890011"/>
            <a:chExt cx="570230" cy="582295"/>
          </a:xfrm>
        </p:grpSpPr>
        <p:pic>
          <p:nvPicPr>
            <p:cNvPr id="170" name="object 17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614919" y="2905251"/>
              <a:ext cx="569976" cy="493775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639303" y="2890011"/>
              <a:ext cx="521207" cy="582168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7616612" y="2909569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7"/>
                  </a:lnTo>
                  <a:lnTo>
                    <a:pt x="404284" y="323427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3" name="object 173"/>
          <p:cNvSpPr txBox="1"/>
          <p:nvPr/>
        </p:nvSpPr>
        <p:spPr>
          <a:xfrm>
            <a:off x="6855012" y="2567267"/>
            <a:ext cx="356907" cy="238188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7284" rIns="0" bIns="0" rtlCol="0">
            <a:spAutoFit/>
          </a:bodyPr>
          <a:lstStyle/>
          <a:p>
            <a:pPr algn="ctr">
              <a:spcBef>
                <a:spcPts val="57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6853517" y="2837778"/>
            <a:ext cx="503144" cy="513790"/>
            <a:chOff x="7614919" y="3216148"/>
            <a:chExt cx="570230" cy="582295"/>
          </a:xfrm>
        </p:grpSpPr>
        <p:pic>
          <p:nvPicPr>
            <p:cNvPr id="175" name="object 17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14919" y="3228340"/>
              <a:ext cx="569976" cy="493775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639303" y="3216148"/>
              <a:ext cx="521207" cy="582167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7616612" y="3232997"/>
              <a:ext cx="404495" cy="323850"/>
            </a:xfrm>
            <a:custGeom>
              <a:avLst/>
              <a:gdLst/>
              <a:ahLst/>
              <a:cxnLst/>
              <a:rect l="l" t="t" r="r" b="b"/>
              <a:pathLst>
                <a:path w="404495" h="323850">
                  <a:moveTo>
                    <a:pt x="404284" y="0"/>
                  </a:moveTo>
                  <a:lnTo>
                    <a:pt x="0" y="0"/>
                  </a:lnTo>
                  <a:lnTo>
                    <a:pt x="0" y="323425"/>
                  </a:lnTo>
                  <a:lnTo>
                    <a:pt x="404284" y="323425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6855012" y="2852644"/>
            <a:ext cx="356907" cy="23762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6724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500" b="1" spc="-44" dirty="0">
                <a:latin typeface="Courier New"/>
                <a:cs typeface="Courier New"/>
              </a:rPr>
              <a:t>N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1340140" y="859399"/>
            <a:ext cx="7282703" cy="5489201"/>
            <a:chOff x="1366425" y="973985"/>
            <a:chExt cx="8253730" cy="6221095"/>
          </a:xfrm>
        </p:grpSpPr>
        <p:sp>
          <p:nvSpPr>
            <p:cNvPr id="180" name="object 180"/>
            <p:cNvSpPr/>
            <p:nvPr/>
          </p:nvSpPr>
          <p:spPr>
            <a:xfrm>
              <a:off x="1882279" y="2464866"/>
              <a:ext cx="6906895" cy="4730115"/>
            </a:xfrm>
            <a:custGeom>
              <a:avLst/>
              <a:gdLst/>
              <a:ahLst/>
              <a:cxnLst/>
              <a:rect l="l" t="t" r="r" b="b"/>
              <a:pathLst>
                <a:path w="6906895" h="4730115">
                  <a:moveTo>
                    <a:pt x="242531" y="4425975"/>
                  </a:moveTo>
                  <a:lnTo>
                    <a:pt x="161683" y="4424375"/>
                  </a:lnTo>
                  <a:lnTo>
                    <a:pt x="165315" y="4240720"/>
                  </a:lnTo>
                  <a:lnTo>
                    <a:pt x="161290" y="4240644"/>
                  </a:lnTo>
                  <a:lnTo>
                    <a:pt x="161290" y="4444339"/>
                  </a:lnTo>
                  <a:lnTo>
                    <a:pt x="160921" y="4463199"/>
                  </a:lnTo>
                  <a:lnTo>
                    <a:pt x="160883" y="4464799"/>
                  </a:lnTo>
                  <a:lnTo>
                    <a:pt x="161290" y="4444339"/>
                  </a:lnTo>
                  <a:lnTo>
                    <a:pt x="161290" y="4240644"/>
                  </a:lnTo>
                  <a:lnTo>
                    <a:pt x="84480" y="4239120"/>
                  </a:lnTo>
                  <a:lnTo>
                    <a:pt x="80873" y="4421187"/>
                  </a:lnTo>
                  <a:lnTo>
                    <a:pt x="80848" y="4422775"/>
                  </a:lnTo>
                  <a:lnTo>
                    <a:pt x="0" y="4421187"/>
                  </a:lnTo>
                  <a:lnTo>
                    <a:pt x="116471" y="4666107"/>
                  </a:lnTo>
                  <a:lnTo>
                    <a:pt x="222148" y="4464799"/>
                  </a:lnTo>
                  <a:lnTo>
                    <a:pt x="242531" y="4425975"/>
                  </a:lnTo>
                  <a:close/>
                </a:path>
                <a:path w="6906895" h="4730115">
                  <a:moveTo>
                    <a:pt x="3672484" y="4487545"/>
                  </a:moveTo>
                  <a:lnTo>
                    <a:pt x="3591623" y="4487545"/>
                  </a:lnTo>
                  <a:lnTo>
                    <a:pt x="3591623" y="4244975"/>
                  </a:lnTo>
                  <a:lnTo>
                    <a:pt x="3510762" y="4244975"/>
                  </a:lnTo>
                  <a:lnTo>
                    <a:pt x="3510762" y="4487545"/>
                  </a:lnTo>
                  <a:lnTo>
                    <a:pt x="3429914" y="4487545"/>
                  </a:lnTo>
                  <a:lnTo>
                    <a:pt x="3551199" y="4730115"/>
                  </a:lnTo>
                  <a:lnTo>
                    <a:pt x="3652266" y="4527969"/>
                  </a:lnTo>
                  <a:lnTo>
                    <a:pt x="3672484" y="4487545"/>
                  </a:lnTo>
                  <a:close/>
                </a:path>
                <a:path w="6906895" h="4730115">
                  <a:moveTo>
                    <a:pt x="3672484" y="1253274"/>
                  </a:moveTo>
                  <a:lnTo>
                    <a:pt x="3591623" y="1253274"/>
                  </a:lnTo>
                  <a:lnTo>
                    <a:pt x="3591623" y="1091565"/>
                  </a:lnTo>
                  <a:lnTo>
                    <a:pt x="3510775" y="1091565"/>
                  </a:lnTo>
                  <a:lnTo>
                    <a:pt x="3510775" y="1253274"/>
                  </a:lnTo>
                  <a:lnTo>
                    <a:pt x="3429914" y="1253274"/>
                  </a:lnTo>
                  <a:lnTo>
                    <a:pt x="3551199" y="1495844"/>
                  </a:lnTo>
                  <a:lnTo>
                    <a:pt x="3652266" y="1293698"/>
                  </a:lnTo>
                  <a:lnTo>
                    <a:pt x="3672484" y="1253274"/>
                  </a:lnTo>
                  <a:close/>
                </a:path>
                <a:path w="6906895" h="4730115">
                  <a:moveTo>
                    <a:pt x="6906755" y="121285"/>
                  </a:moveTo>
                  <a:lnTo>
                    <a:pt x="6903567" y="105549"/>
                  </a:lnTo>
                  <a:lnTo>
                    <a:pt x="6894906" y="92697"/>
                  </a:lnTo>
                  <a:lnTo>
                    <a:pt x="6882054" y="84035"/>
                  </a:lnTo>
                  <a:lnTo>
                    <a:pt x="6866318" y="80848"/>
                  </a:lnTo>
                  <a:lnTo>
                    <a:pt x="6462039" y="80848"/>
                  </a:lnTo>
                  <a:lnTo>
                    <a:pt x="6462039" y="0"/>
                  </a:lnTo>
                  <a:lnTo>
                    <a:pt x="6219469" y="121285"/>
                  </a:lnTo>
                  <a:lnTo>
                    <a:pt x="6462039" y="242570"/>
                  </a:lnTo>
                  <a:lnTo>
                    <a:pt x="6462039" y="161709"/>
                  </a:lnTo>
                  <a:lnTo>
                    <a:pt x="6825894" y="161709"/>
                  </a:lnTo>
                  <a:lnTo>
                    <a:pt x="6825894" y="4649254"/>
                  </a:lnTo>
                  <a:lnTo>
                    <a:pt x="6906755" y="4649254"/>
                  </a:lnTo>
                  <a:lnTo>
                    <a:pt x="6906755" y="161709"/>
                  </a:lnTo>
                  <a:lnTo>
                    <a:pt x="6906755" y="121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363854" y="0"/>
                  </a:moveTo>
                  <a:lnTo>
                    <a:pt x="121285" y="0"/>
                  </a:lnTo>
                  <a:lnTo>
                    <a:pt x="121285" y="909637"/>
                  </a:lnTo>
                  <a:lnTo>
                    <a:pt x="0" y="909637"/>
                  </a:lnTo>
                  <a:lnTo>
                    <a:pt x="242570" y="1212850"/>
                  </a:lnTo>
                  <a:lnTo>
                    <a:pt x="485140" y="909637"/>
                  </a:lnTo>
                  <a:lnTo>
                    <a:pt x="363854" y="909637"/>
                  </a:lnTo>
                  <a:lnTo>
                    <a:pt x="36385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9119199" y="1696720"/>
              <a:ext cx="485140" cy="1212850"/>
            </a:xfrm>
            <a:custGeom>
              <a:avLst/>
              <a:gdLst/>
              <a:ahLst/>
              <a:cxnLst/>
              <a:rect l="l" t="t" r="r" b="b"/>
              <a:pathLst>
                <a:path w="485140" h="1212850">
                  <a:moveTo>
                    <a:pt x="0" y="909637"/>
                  </a:moveTo>
                  <a:lnTo>
                    <a:pt x="242569" y="1212849"/>
                  </a:lnTo>
                  <a:lnTo>
                    <a:pt x="485139" y="909637"/>
                  </a:lnTo>
                  <a:lnTo>
                    <a:pt x="363854" y="909637"/>
                  </a:lnTo>
                  <a:lnTo>
                    <a:pt x="363854" y="0"/>
                  </a:lnTo>
                  <a:lnTo>
                    <a:pt x="121284" y="0"/>
                  </a:lnTo>
                  <a:lnTo>
                    <a:pt x="121284" y="909637"/>
                  </a:lnTo>
                  <a:lnTo>
                    <a:pt x="0" y="909637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3" name="object 18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78711" y="985012"/>
              <a:ext cx="384048" cy="1139952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6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6" y="970280"/>
                  </a:lnTo>
                  <a:lnTo>
                    <a:pt x="21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381665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6" name="object 18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595119" y="985012"/>
              <a:ext cx="384048" cy="1139952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597282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9" name="object 18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808479" y="985012"/>
              <a:ext cx="384048" cy="1139952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812900" y="989225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2" name="object 19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034031" y="994156"/>
              <a:ext cx="384048" cy="1139952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2037502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5" name="object 19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250439" y="994156"/>
              <a:ext cx="384048" cy="1139952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253120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8" name="object 19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466847" y="994156"/>
              <a:ext cx="381000" cy="1139952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215618" y="0"/>
                  </a:moveTo>
                  <a:lnTo>
                    <a:pt x="0" y="0"/>
                  </a:lnTo>
                  <a:lnTo>
                    <a:pt x="0" y="970280"/>
                  </a:lnTo>
                  <a:lnTo>
                    <a:pt x="215618" y="970280"/>
                  </a:lnTo>
                  <a:lnTo>
                    <a:pt x="215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468739" y="997647"/>
              <a:ext cx="215900" cy="970280"/>
            </a:xfrm>
            <a:custGeom>
              <a:avLst/>
              <a:gdLst/>
              <a:ahLst/>
              <a:cxnLst/>
              <a:rect l="l" t="t" r="r" b="b"/>
              <a:pathLst>
                <a:path w="215900" h="970280">
                  <a:moveTo>
                    <a:pt x="0" y="970279"/>
                  </a:moveTo>
                  <a:lnTo>
                    <a:pt x="0" y="0"/>
                  </a:lnTo>
                  <a:lnTo>
                    <a:pt x="215617" y="0"/>
                  </a:lnTo>
                  <a:lnTo>
                    <a:pt x="215617" y="970279"/>
                  </a:lnTo>
                  <a:lnTo>
                    <a:pt x="0" y="970279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1" name="object 201"/>
          <p:cNvSpPr txBox="1"/>
          <p:nvPr/>
        </p:nvSpPr>
        <p:spPr>
          <a:xfrm>
            <a:off x="6817794" y="806376"/>
            <a:ext cx="58102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Done?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532824" y="4246133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3550084" y="4372536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8104960" y="2659380"/>
            <a:ext cx="5815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Oldest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8063343" y="1161378"/>
            <a:ext cx="66450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Times New Roman"/>
                <a:cs typeface="Times New Roman"/>
              </a:rPr>
              <a:t>Newest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6513839" y="3737834"/>
            <a:ext cx="790575" cy="106845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 marR="35300" indent="256628">
              <a:lnSpc>
                <a:spcPct val="73700"/>
              </a:lnSpc>
              <a:spcBef>
                <a:spcPts val="618"/>
              </a:spcBef>
            </a:pPr>
            <a:r>
              <a:rPr sz="1677" spc="-22" dirty="0">
                <a:latin typeface="Times New Roman"/>
                <a:cs typeface="Times New Roman"/>
              </a:rPr>
              <a:t>To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  <a:p>
            <a:pPr marL="42024" marR="4483" indent="133357">
              <a:lnSpc>
                <a:spcPct val="74700"/>
              </a:lnSpc>
              <a:spcBef>
                <a:spcPts val="1733"/>
              </a:spcBef>
            </a:pPr>
            <a:r>
              <a:rPr sz="1677" spc="-18" dirty="0">
                <a:latin typeface="Times New Roman"/>
                <a:cs typeface="Times New Roman"/>
              </a:rPr>
              <a:t>from </a:t>
            </a:r>
            <a:r>
              <a:rPr sz="1677" spc="-9" dirty="0">
                <a:latin typeface="Times New Roman"/>
                <a:cs typeface="Times New Roman"/>
              </a:rPr>
              <a:t>Memory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6280672" y="4850280"/>
            <a:ext cx="1148603" cy="800660"/>
            <a:chOff x="6965695" y="5496983"/>
            <a:chExt cx="1301750" cy="907415"/>
          </a:xfrm>
        </p:grpSpPr>
        <p:sp>
          <p:nvSpPr>
            <p:cNvPr id="208" name="object 208"/>
            <p:cNvSpPr/>
            <p:nvPr/>
          </p:nvSpPr>
          <p:spPr>
            <a:xfrm>
              <a:off x="7495328" y="549698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4"/>
                  </a:moveTo>
                  <a:lnTo>
                    <a:pt x="0" y="161714"/>
                  </a:lnTo>
                  <a:lnTo>
                    <a:pt x="121284" y="404284"/>
                  </a:lnTo>
                  <a:lnTo>
                    <a:pt x="222355" y="202142"/>
                  </a:lnTo>
                  <a:lnTo>
                    <a:pt x="80857" y="202142"/>
                  </a:lnTo>
                  <a:lnTo>
                    <a:pt x="80856" y="161714"/>
                  </a:lnTo>
                  <a:close/>
                </a:path>
                <a:path w="242570" h="404495">
                  <a:moveTo>
                    <a:pt x="161712" y="0"/>
                  </a:moveTo>
                  <a:lnTo>
                    <a:pt x="80855" y="0"/>
                  </a:lnTo>
                  <a:lnTo>
                    <a:pt x="80857" y="202142"/>
                  </a:lnTo>
                  <a:lnTo>
                    <a:pt x="161712" y="202142"/>
                  </a:lnTo>
                  <a:lnTo>
                    <a:pt x="161712" y="0"/>
                  </a:lnTo>
                  <a:close/>
                </a:path>
                <a:path w="242570" h="404495">
                  <a:moveTo>
                    <a:pt x="242569" y="161714"/>
                  </a:moveTo>
                  <a:lnTo>
                    <a:pt x="161712" y="161714"/>
                  </a:lnTo>
                  <a:lnTo>
                    <a:pt x="161712" y="202142"/>
                  </a:lnTo>
                  <a:lnTo>
                    <a:pt x="222355" y="202142"/>
                  </a:lnTo>
                  <a:lnTo>
                    <a:pt x="242569" y="1617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9" name="object 209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965695" y="5898388"/>
              <a:ext cx="1301496" cy="435864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965695" y="5880100"/>
              <a:ext cx="1222248" cy="524256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6969759" y="5901267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2" name="object 212"/>
          <p:cNvSpPr txBox="1"/>
          <p:nvPr/>
        </p:nvSpPr>
        <p:spPr>
          <a:xfrm>
            <a:off x="6284258" y="5207000"/>
            <a:ext cx="333375" cy="213392"/>
          </a:xfrm>
          <a:prstGeom prst="rect">
            <a:avLst/>
          </a:prstGeom>
          <a:ln w="30322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5169">
              <a:spcBef>
                <a:spcPts val="75"/>
              </a:spcBef>
            </a:pPr>
            <a:r>
              <a:rPr sz="1324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6617198" y="5207000"/>
            <a:ext cx="666190" cy="213392"/>
          </a:xfrm>
          <a:prstGeom prst="rect">
            <a:avLst/>
          </a:prstGeom>
          <a:ln w="30321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3705">
              <a:spcBef>
                <a:spcPts val="75"/>
              </a:spcBef>
            </a:pPr>
            <a:r>
              <a:rPr sz="1324" b="1" spc="-9" dirty="0">
                <a:latin typeface="Times New Roman"/>
                <a:cs typeface="Times New Roman"/>
              </a:rPr>
              <a:t>10+R2</a:t>
            </a:r>
            <a:endParaRPr sz="1324">
              <a:latin typeface="Times New Roman"/>
              <a:cs typeface="Times New Roman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6270811" y="5193553"/>
            <a:ext cx="1158688" cy="871818"/>
            <a:chOff x="6954519" y="5886027"/>
            <a:chExt cx="1313180" cy="988060"/>
          </a:xfrm>
        </p:grpSpPr>
        <p:pic>
          <p:nvPicPr>
            <p:cNvPr id="215" name="object 21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965695" y="6166612"/>
              <a:ext cx="1301496" cy="438912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1"/>
                  </a:lnTo>
                  <a:lnTo>
                    <a:pt x="1131992" y="269521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7" name="object 217"/>
            <p:cNvSpPr/>
            <p:nvPr/>
          </p:nvSpPr>
          <p:spPr>
            <a:xfrm>
              <a:off x="6969759" y="6170789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8" name="object 21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965695" y="6437884"/>
              <a:ext cx="1301496" cy="435864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1131992" y="0"/>
                  </a:moveTo>
                  <a:lnTo>
                    <a:pt x="0" y="0"/>
                  </a:lnTo>
                  <a:lnTo>
                    <a:pt x="0" y="269522"/>
                  </a:lnTo>
                  <a:lnTo>
                    <a:pt x="1131992" y="269522"/>
                  </a:lnTo>
                  <a:lnTo>
                    <a:pt x="1131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0" name="object 220"/>
            <p:cNvSpPr/>
            <p:nvPr/>
          </p:nvSpPr>
          <p:spPr>
            <a:xfrm>
              <a:off x="6969759" y="6440311"/>
              <a:ext cx="1132205" cy="269875"/>
            </a:xfrm>
            <a:custGeom>
              <a:avLst/>
              <a:gdLst/>
              <a:ahLst/>
              <a:cxnLst/>
              <a:rect l="l" t="t" r="r" b="b"/>
              <a:pathLst>
                <a:path w="1132204" h="269875">
                  <a:moveTo>
                    <a:pt x="0" y="0"/>
                  </a:moveTo>
                  <a:lnTo>
                    <a:pt x="1131993" y="0"/>
                  </a:lnTo>
                  <a:lnTo>
                    <a:pt x="1131993" y="269522"/>
                  </a:lnTo>
                  <a:lnTo>
                    <a:pt x="0" y="269522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347090" y="5901267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h="808990">
                  <a:moveTo>
                    <a:pt x="0" y="0"/>
                  </a:moveTo>
                  <a:lnTo>
                    <a:pt x="1" y="808566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2" name="object 222"/>
          <p:cNvSpPr txBox="1"/>
          <p:nvPr/>
        </p:nvSpPr>
        <p:spPr>
          <a:xfrm>
            <a:off x="6261161" y="4942691"/>
            <a:ext cx="41517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18" dirty="0">
                <a:latin typeface="Times New Roman"/>
                <a:cs typeface="Times New Roman"/>
              </a:rPr>
              <a:t>Dest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2983402" y="1929653"/>
            <a:ext cx="51098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22" dirty="0">
                <a:latin typeface="Times New Roman"/>
                <a:cs typeface="Times New Roman"/>
              </a:rPr>
              <a:t>ROB</a:t>
            </a:r>
            <a:endParaRPr sz="1853">
              <a:latin typeface="Times New Roman"/>
              <a:cs typeface="Times New Roman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3011741" y="3715422"/>
            <a:ext cx="90487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latin typeface="Times New Roman"/>
                <a:cs typeface="Times New Roman"/>
              </a:rPr>
              <a:t>Registers</a:t>
            </a:r>
            <a:endParaRPr sz="1853">
              <a:latin typeface="Times New Roman"/>
              <a:cs typeface="Times New Roman"/>
            </a:endParaRPr>
          </a:p>
        </p:txBody>
      </p:sp>
      <p:grpSp>
        <p:nvGrpSpPr>
          <p:cNvPr id="225" name="object 225"/>
          <p:cNvGrpSpPr/>
          <p:nvPr/>
        </p:nvGrpSpPr>
        <p:grpSpPr>
          <a:xfrm>
            <a:off x="467783" y="1176059"/>
            <a:ext cx="7136466" cy="5101478"/>
            <a:chOff x="377753" y="1332866"/>
            <a:chExt cx="8087995" cy="5781675"/>
          </a:xfrm>
        </p:grpSpPr>
        <p:sp>
          <p:nvSpPr>
            <p:cNvPr id="226" name="object 226"/>
            <p:cNvSpPr/>
            <p:nvPr/>
          </p:nvSpPr>
          <p:spPr>
            <a:xfrm>
              <a:off x="7495327" y="6709833"/>
              <a:ext cx="242570" cy="404495"/>
            </a:xfrm>
            <a:custGeom>
              <a:avLst/>
              <a:gdLst/>
              <a:ahLst/>
              <a:cxnLst/>
              <a:rect l="l" t="t" r="r" b="b"/>
              <a:pathLst>
                <a:path w="242570" h="404495">
                  <a:moveTo>
                    <a:pt x="80856" y="161713"/>
                  </a:moveTo>
                  <a:lnTo>
                    <a:pt x="0" y="161713"/>
                  </a:lnTo>
                  <a:lnTo>
                    <a:pt x="121284" y="404283"/>
                  </a:lnTo>
                  <a:lnTo>
                    <a:pt x="222355" y="202141"/>
                  </a:lnTo>
                  <a:lnTo>
                    <a:pt x="80856" y="202141"/>
                  </a:lnTo>
                  <a:lnTo>
                    <a:pt x="80856" y="161713"/>
                  </a:lnTo>
                  <a:close/>
                </a:path>
                <a:path w="242570" h="404495">
                  <a:moveTo>
                    <a:pt x="161713" y="0"/>
                  </a:moveTo>
                  <a:lnTo>
                    <a:pt x="80856" y="0"/>
                  </a:lnTo>
                  <a:lnTo>
                    <a:pt x="80856" y="202141"/>
                  </a:lnTo>
                  <a:lnTo>
                    <a:pt x="161712" y="202141"/>
                  </a:lnTo>
                  <a:lnTo>
                    <a:pt x="161713" y="0"/>
                  </a:lnTo>
                  <a:close/>
                </a:path>
                <a:path w="242570" h="404495">
                  <a:moveTo>
                    <a:pt x="242569" y="161713"/>
                  </a:moveTo>
                  <a:lnTo>
                    <a:pt x="161712" y="161713"/>
                  </a:lnTo>
                  <a:lnTo>
                    <a:pt x="161712" y="202141"/>
                  </a:lnTo>
                  <a:lnTo>
                    <a:pt x="222355" y="202141"/>
                  </a:lnTo>
                  <a:lnTo>
                    <a:pt x="242569" y="1617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684357" y="1332866"/>
              <a:ext cx="1212850" cy="242570"/>
            </a:xfrm>
            <a:custGeom>
              <a:avLst/>
              <a:gdLst/>
              <a:ahLst/>
              <a:cxnLst/>
              <a:rect l="l" t="t" r="r" b="b"/>
              <a:pathLst>
                <a:path w="1212850" h="242569">
                  <a:moveTo>
                    <a:pt x="970280" y="0"/>
                  </a:moveTo>
                  <a:lnTo>
                    <a:pt x="970278" y="242569"/>
                  </a:lnTo>
                  <a:lnTo>
                    <a:pt x="1131993" y="161712"/>
                  </a:lnTo>
                  <a:lnTo>
                    <a:pt x="1010707" y="161712"/>
                  </a:lnTo>
                  <a:lnTo>
                    <a:pt x="1010707" y="80855"/>
                  </a:lnTo>
                  <a:lnTo>
                    <a:pt x="1131991" y="80855"/>
                  </a:lnTo>
                  <a:lnTo>
                    <a:pt x="970280" y="0"/>
                  </a:lnTo>
                  <a:close/>
                </a:path>
                <a:path w="1212850" h="242569">
                  <a:moveTo>
                    <a:pt x="970279" y="80855"/>
                  </a:moveTo>
                  <a:lnTo>
                    <a:pt x="0" y="80855"/>
                  </a:lnTo>
                  <a:lnTo>
                    <a:pt x="0" y="161712"/>
                  </a:lnTo>
                  <a:lnTo>
                    <a:pt x="970279" y="161712"/>
                  </a:lnTo>
                  <a:lnTo>
                    <a:pt x="970279" y="80855"/>
                  </a:lnTo>
                  <a:close/>
                </a:path>
                <a:path w="1212850" h="242569">
                  <a:moveTo>
                    <a:pt x="1131991" y="80855"/>
                  </a:moveTo>
                  <a:lnTo>
                    <a:pt x="1010707" y="80855"/>
                  </a:lnTo>
                  <a:lnTo>
                    <a:pt x="1010707" y="161712"/>
                  </a:lnTo>
                  <a:lnTo>
                    <a:pt x="1131993" y="161712"/>
                  </a:lnTo>
                  <a:lnTo>
                    <a:pt x="1212849" y="121284"/>
                  </a:lnTo>
                  <a:lnTo>
                    <a:pt x="1131991" y="8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8" name="object 228"/>
            <p:cNvSpPr/>
            <p:nvPr/>
          </p:nvSpPr>
          <p:spPr>
            <a:xfrm>
              <a:off x="6888902" y="3637280"/>
              <a:ext cx="1536700" cy="2506980"/>
            </a:xfrm>
            <a:custGeom>
              <a:avLst/>
              <a:gdLst/>
              <a:ahLst/>
              <a:cxnLst/>
              <a:rect l="l" t="t" r="r" b="b"/>
              <a:pathLst>
                <a:path w="1536700" h="2506979">
                  <a:moveTo>
                    <a:pt x="0" y="1253278"/>
                  </a:moveTo>
                  <a:lnTo>
                    <a:pt x="836" y="1194280"/>
                  </a:lnTo>
                  <a:lnTo>
                    <a:pt x="3319" y="1135985"/>
                  </a:lnTo>
                  <a:lnTo>
                    <a:pt x="7414" y="1078451"/>
                  </a:lnTo>
                  <a:lnTo>
                    <a:pt x="13082" y="1021741"/>
                  </a:lnTo>
                  <a:lnTo>
                    <a:pt x="20287" y="965912"/>
                  </a:lnTo>
                  <a:lnTo>
                    <a:pt x="28992" y="911027"/>
                  </a:lnTo>
                  <a:lnTo>
                    <a:pt x="39160" y="857145"/>
                  </a:lnTo>
                  <a:lnTo>
                    <a:pt x="50754" y="804326"/>
                  </a:lnTo>
                  <a:lnTo>
                    <a:pt x="63738" y="752630"/>
                  </a:lnTo>
                  <a:lnTo>
                    <a:pt x="78074" y="702118"/>
                  </a:lnTo>
                  <a:lnTo>
                    <a:pt x="93726" y="652849"/>
                  </a:lnTo>
                  <a:lnTo>
                    <a:pt x="110656" y="604885"/>
                  </a:lnTo>
                  <a:lnTo>
                    <a:pt x="128828" y="558284"/>
                  </a:lnTo>
                  <a:lnTo>
                    <a:pt x="148206" y="513108"/>
                  </a:lnTo>
                  <a:lnTo>
                    <a:pt x="168751" y="469416"/>
                  </a:lnTo>
                  <a:lnTo>
                    <a:pt x="190427" y="427269"/>
                  </a:lnTo>
                  <a:lnTo>
                    <a:pt x="213198" y="386727"/>
                  </a:lnTo>
                  <a:lnTo>
                    <a:pt x="237026" y="347849"/>
                  </a:lnTo>
                  <a:lnTo>
                    <a:pt x="261874" y="310697"/>
                  </a:lnTo>
                  <a:lnTo>
                    <a:pt x="287706" y="275331"/>
                  </a:lnTo>
                  <a:lnTo>
                    <a:pt x="314485" y="241809"/>
                  </a:lnTo>
                  <a:lnTo>
                    <a:pt x="342174" y="210194"/>
                  </a:lnTo>
                  <a:lnTo>
                    <a:pt x="370736" y="180545"/>
                  </a:lnTo>
                  <a:lnTo>
                    <a:pt x="400133" y="152921"/>
                  </a:lnTo>
                  <a:lnTo>
                    <a:pt x="430330" y="127384"/>
                  </a:lnTo>
                  <a:lnTo>
                    <a:pt x="461289" y="103994"/>
                  </a:lnTo>
                  <a:lnTo>
                    <a:pt x="492974" y="82810"/>
                  </a:lnTo>
                  <a:lnTo>
                    <a:pt x="558371" y="47302"/>
                  </a:lnTo>
                  <a:lnTo>
                    <a:pt x="626228" y="21344"/>
                  </a:lnTo>
                  <a:lnTo>
                    <a:pt x="696248" y="5416"/>
                  </a:lnTo>
                  <a:lnTo>
                    <a:pt x="768138" y="0"/>
                  </a:lnTo>
                  <a:lnTo>
                    <a:pt x="804298" y="1364"/>
                  </a:lnTo>
                  <a:lnTo>
                    <a:pt x="875289" y="12096"/>
                  </a:lnTo>
                  <a:lnTo>
                    <a:pt x="944265" y="33099"/>
                  </a:lnTo>
                  <a:lnTo>
                    <a:pt x="1010929" y="63892"/>
                  </a:lnTo>
                  <a:lnTo>
                    <a:pt x="1074986" y="103994"/>
                  </a:lnTo>
                  <a:lnTo>
                    <a:pt x="1105946" y="127384"/>
                  </a:lnTo>
                  <a:lnTo>
                    <a:pt x="1136142" y="152921"/>
                  </a:lnTo>
                  <a:lnTo>
                    <a:pt x="1165540" y="180545"/>
                  </a:lnTo>
                  <a:lnTo>
                    <a:pt x="1194102" y="210194"/>
                  </a:lnTo>
                  <a:lnTo>
                    <a:pt x="1221790" y="241809"/>
                  </a:lnTo>
                  <a:lnTo>
                    <a:pt x="1248569" y="275331"/>
                  </a:lnTo>
                  <a:lnTo>
                    <a:pt x="1274401" y="310697"/>
                  </a:lnTo>
                  <a:lnTo>
                    <a:pt x="1299250" y="347849"/>
                  </a:lnTo>
                  <a:lnTo>
                    <a:pt x="1323078" y="386727"/>
                  </a:lnTo>
                  <a:lnTo>
                    <a:pt x="1345848" y="427269"/>
                  </a:lnTo>
                  <a:lnTo>
                    <a:pt x="1367525" y="469416"/>
                  </a:lnTo>
                  <a:lnTo>
                    <a:pt x="1388070" y="513108"/>
                  </a:lnTo>
                  <a:lnTo>
                    <a:pt x="1407447" y="558284"/>
                  </a:lnTo>
                  <a:lnTo>
                    <a:pt x="1425619" y="604885"/>
                  </a:lnTo>
                  <a:lnTo>
                    <a:pt x="1442550" y="652849"/>
                  </a:lnTo>
                  <a:lnTo>
                    <a:pt x="1458202" y="702118"/>
                  </a:lnTo>
                  <a:lnTo>
                    <a:pt x="1472538" y="752630"/>
                  </a:lnTo>
                  <a:lnTo>
                    <a:pt x="1485521" y="804326"/>
                  </a:lnTo>
                  <a:lnTo>
                    <a:pt x="1497116" y="857145"/>
                  </a:lnTo>
                  <a:lnTo>
                    <a:pt x="1507284" y="911027"/>
                  </a:lnTo>
                  <a:lnTo>
                    <a:pt x="1515989" y="965912"/>
                  </a:lnTo>
                  <a:lnTo>
                    <a:pt x="1523194" y="1021741"/>
                  </a:lnTo>
                  <a:lnTo>
                    <a:pt x="1528862" y="1078451"/>
                  </a:lnTo>
                  <a:lnTo>
                    <a:pt x="1532956" y="1135985"/>
                  </a:lnTo>
                  <a:lnTo>
                    <a:pt x="1535440" y="1194280"/>
                  </a:lnTo>
                  <a:lnTo>
                    <a:pt x="1536276" y="1253278"/>
                  </a:lnTo>
                  <a:lnTo>
                    <a:pt x="1535440" y="1312275"/>
                  </a:lnTo>
                  <a:lnTo>
                    <a:pt x="1532956" y="1370571"/>
                  </a:lnTo>
                  <a:lnTo>
                    <a:pt x="1528862" y="1428104"/>
                  </a:lnTo>
                  <a:lnTo>
                    <a:pt x="1523194" y="1484815"/>
                  </a:lnTo>
                  <a:lnTo>
                    <a:pt x="1515989" y="1540643"/>
                  </a:lnTo>
                  <a:lnTo>
                    <a:pt x="1507284" y="1595528"/>
                  </a:lnTo>
                  <a:lnTo>
                    <a:pt x="1497116" y="1649410"/>
                  </a:lnTo>
                  <a:lnTo>
                    <a:pt x="1485521" y="1702229"/>
                  </a:lnTo>
                  <a:lnTo>
                    <a:pt x="1472538" y="1753925"/>
                  </a:lnTo>
                  <a:lnTo>
                    <a:pt x="1458202" y="1804437"/>
                  </a:lnTo>
                  <a:lnTo>
                    <a:pt x="1442550" y="1853706"/>
                  </a:lnTo>
                  <a:lnTo>
                    <a:pt x="1425619" y="1901671"/>
                  </a:lnTo>
                  <a:lnTo>
                    <a:pt x="1407447" y="1948271"/>
                  </a:lnTo>
                  <a:lnTo>
                    <a:pt x="1388070" y="1993447"/>
                  </a:lnTo>
                  <a:lnTo>
                    <a:pt x="1367525" y="2037139"/>
                  </a:lnTo>
                  <a:lnTo>
                    <a:pt x="1345848" y="2079286"/>
                  </a:lnTo>
                  <a:lnTo>
                    <a:pt x="1323078" y="2119828"/>
                  </a:lnTo>
                  <a:lnTo>
                    <a:pt x="1299250" y="2158706"/>
                  </a:lnTo>
                  <a:lnTo>
                    <a:pt x="1274401" y="2195858"/>
                  </a:lnTo>
                  <a:lnTo>
                    <a:pt x="1248569" y="2231225"/>
                  </a:lnTo>
                  <a:lnTo>
                    <a:pt x="1221790" y="2264746"/>
                  </a:lnTo>
                  <a:lnTo>
                    <a:pt x="1194102" y="2296361"/>
                  </a:lnTo>
                  <a:lnTo>
                    <a:pt x="1165540" y="2326011"/>
                  </a:lnTo>
                  <a:lnTo>
                    <a:pt x="1136142" y="2353634"/>
                  </a:lnTo>
                  <a:lnTo>
                    <a:pt x="1105946" y="2379171"/>
                  </a:lnTo>
                  <a:lnTo>
                    <a:pt x="1074986" y="2402562"/>
                  </a:lnTo>
                  <a:lnTo>
                    <a:pt x="1043302" y="2423746"/>
                  </a:lnTo>
                  <a:lnTo>
                    <a:pt x="977904" y="2459253"/>
                  </a:lnTo>
                  <a:lnTo>
                    <a:pt x="910048" y="2485211"/>
                  </a:lnTo>
                  <a:lnTo>
                    <a:pt x="840027" y="2501140"/>
                  </a:lnTo>
                  <a:lnTo>
                    <a:pt x="768138" y="2506556"/>
                  </a:lnTo>
                  <a:lnTo>
                    <a:pt x="731978" y="2505192"/>
                  </a:lnTo>
                  <a:lnTo>
                    <a:pt x="660986" y="2494459"/>
                  </a:lnTo>
                  <a:lnTo>
                    <a:pt x="592011" y="2473456"/>
                  </a:lnTo>
                  <a:lnTo>
                    <a:pt x="525347" y="2442663"/>
                  </a:lnTo>
                  <a:lnTo>
                    <a:pt x="461289" y="2402562"/>
                  </a:lnTo>
                  <a:lnTo>
                    <a:pt x="430330" y="2379171"/>
                  </a:lnTo>
                  <a:lnTo>
                    <a:pt x="400133" y="2353634"/>
                  </a:lnTo>
                  <a:lnTo>
                    <a:pt x="370736" y="2326011"/>
                  </a:lnTo>
                  <a:lnTo>
                    <a:pt x="342174" y="2296361"/>
                  </a:lnTo>
                  <a:lnTo>
                    <a:pt x="314485" y="2264746"/>
                  </a:lnTo>
                  <a:lnTo>
                    <a:pt x="287706" y="2231225"/>
                  </a:lnTo>
                  <a:lnTo>
                    <a:pt x="261874" y="2195858"/>
                  </a:lnTo>
                  <a:lnTo>
                    <a:pt x="237026" y="2158706"/>
                  </a:lnTo>
                  <a:lnTo>
                    <a:pt x="213198" y="2119828"/>
                  </a:lnTo>
                  <a:lnTo>
                    <a:pt x="190427" y="2079286"/>
                  </a:lnTo>
                  <a:lnTo>
                    <a:pt x="168751" y="2037139"/>
                  </a:lnTo>
                  <a:lnTo>
                    <a:pt x="148206" y="1993447"/>
                  </a:lnTo>
                  <a:lnTo>
                    <a:pt x="128828" y="1948271"/>
                  </a:lnTo>
                  <a:lnTo>
                    <a:pt x="110656" y="1901671"/>
                  </a:lnTo>
                  <a:lnTo>
                    <a:pt x="93726" y="1853706"/>
                  </a:lnTo>
                  <a:lnTo>
                    <a:pt x="78074" y="1804437"/>
                  </a:lnTo>
                  <a:lnTo>
                    <a:pt x="63738" y="1753925"/>
                  </a:lnTo>
                  <a:lnTo>
                    <a:pt x="50754" y="1702229"/>
                  </a:lnTo>
                  <a:lnTo>
                    <a:pt x="39160" y="1649410"/>
                  </a:lnTo>
                  <a:lnTo>
                    <a:pt x="28992" y="1595528"/>
                  </a:lnTo>
                  <a:lnTo>
                    <a:pt x="20287" y="1540643"/>
                  </a:lnTo>
                  <a:lnTo>
                    <a:pt x="13082" y="1484815"/>
                  </a:lnTo>
                  <a:lnTo>
                    <a:pt x="7414" y="1428104"/>
                  </a:lnTo>
                  <a:lnTo>
                    <a:pt x="3319" y="1370571"/>
                  </a:lnTo>
                  <a:lnTo>
                    <a:pt x="836" y="1312275"/>
                  </a:lnTo>
                  <a:lnTo>
                    <a:pt x="0" y="1253278"/>
                  </a:lnTo>
                  <a:close/>
                </a:path>
              </a:pathLst>
            </a:custGeom>
            <a:ln w="80856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9" name="object 229"/>
            <p:cNvSpPr/>
            <p:nvPr/>
          </p:nvSpPr>
          <p:spPr>
            <a:xfrm>
              <a:off x="392913" y="3147538"/>
              <a:ext cx="3112770" cy="882015"/>
            </a:xfrm>
            <a:custGeom>
              <a:avLst/>
              <a:gdLst/>
              <a:ahLst/>
              <a:cxnLst/>
              <a:rect l="l" t="t" r="r" b="b"/>
              <a:pathLst>
                <a:path w="3112770" h="882014">
                  <a:moveTo>
                    <a:pt x="0" y="0"/>
                  </a:moveTo>
                  <a:lnTo>
                    <a:pt x="3112306" y="0"/>
                  </a:lnTo>
                  <a:lnTo>
                    <a:pt x="3112306" y="881780"/>
                  </a:lnTo>
                  <a:lnTo>
                    <a:pt x="0" y="88178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3504900" y="792928"/>
            <a:ext cx="278802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66786" algn="l"/>
                <a:tab pos="1849630" algn="l"/>
              </a:tabLst>
            </a:pPr>
            <a:r>
              <a:rPr sz="1677" spc="-9" dirty="0">
                <a:latin typeface="Times New Roman"/>
                <a:cs typeface="Times New Roman"/>
              </a:rPr>
              <a:t>Dest.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18" dirty="0">
                <a:latin typeface="Times New Roman"/>
                <a:cs typeface="Times New Roman"/>
              </a:rPr>
              <a:t>Value</a:t>
            </a:r>
            <a:r>
              <a:rPr sz="1677" dirty="0">
                <a:latin typeface="Times New Roman"/>
                <a:cs typeface="Times New Roman"/>
              </a:rPr>
              <a:t>	</a:t>
            </a:r>
            <a:r>
              <a:rPr sz="1677" spc="-9" dirty="0">
                <a:latin typeface="Times New Roman"/>
                <a:cs typeface="Times New Roman"/>
              </a:rPr>
              <a:t>Instruction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574442" y="2801918"/>
            <a:ext cx="2557743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b="1" dirty="0">
                <a:solidFill>
                  <a:srgbClr val="3366FF"/>
                </a:solidFill>
                <a:latin typeface="Times New Roman"/>
                <a:cs typeface="Times New Roman"/>
              </a:rPr>
              <a:t>What</a:t>
            </a:r>
            <a:r>
              <a:rPr sz="2206" b="1" spc="93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3366FF"/>
                </a:solidFill>
                <a:latin typeface="Times New Roman"/>
                <a:cs typeface="Times New Roman"/>
              </a:rPr>
              <a:t>about</a:t>
            </a:r>
            <a:r>
              <a:rPr sz="2206" b="1" spc="93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6" b="1" spc="-9" dirty="0">
                <a:solidFill>
                  <a:srgbClr val="3366FF"/>
                </a:solidFill>
                <a:latin typeface="Times New Roman"/>
                <a:cs typeface="Times New Roman"/>
              </a:rPr>
              <a:t>memory</a:t>
            </a:r>
            <a:endParaRPr sz="2206" dirty="0">
              <a:latin typeface="Times New Roman"/>
              <a:cs typeface="Times New Roman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1145195" y="3151541"/>
            <a:ext cx="1415863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b="1" spc="-9" dirty="0">
                <a:solidFill>
                  <a:srgbClr val="3366FF"/>
                </a:solidFill>
                <a:latin typeface="Times New Roman"/>
                <a:cs typeface="Times New Roman"/>
              </a:rPr>
              <a:t>hazards???</a:t>
            </a:r>
            <a:endParaRPr sz="2206">
              <a:latin typeface="Times New Roman"/>
              <a:cs typeface="Times New Roman"/>
            </a:endParaRPr>
          </a:p>
        </p:txBody>
      </p:sp>
      <p:sp>
        <p:nvSpPr>
          <p:cNvPr id="233" name="object 233"/>
          <p:cNvSpPr/>
          <p:nvPr/>
        </p:nvSpPr>
        <p:spPr>
          <a:xfrm>
            <a:off x="2476096" y="1670958"/>
            <a:ext cx="3808319" cy="1966632"/>
          </a:xfrm>
          <a:custGeom>
            <a:avLst/>
            <a:gdLst/>
            <a:ahLst/>
            <a:cxnLst/>
            <a:rect l="l" t="t" r="r" b="b"/>
            <a:pathLst>
              <a:path w="4316095" h="2228850">
                <a:moveTo>
                  <a:pt x="4160289" y="2038191"/>
                </a:moveTo>
                <a:lnTo>
                  <a:pt x="4090344" y="2078109"/>
                </a:lnTo>
                <a:lnTo>
                  <a:pt x="4315917" y="2228667"/>
                </a:lnTo>
                <a:lnTo>
                  <a:pt x="4307376" y="2073424"/>
                </a:lnTo>
                <a:lnTo>
                  <a:pt x="4180771" y="2073424"/>
                </a:lnTo>
                <a:lnTo>
                  <a:pt x="4160289" y="2038191"/>
                </a:lnTo>
                <a:close/>
              </a:path>
              <a:path w="4316095" h="2228850">
                <a:moveTo>
                  <a:pt x="4230513" y="1998113"/>
                </a:moveTo>
                <a:lnTo>
                  <a:pt x="4160289" y="2038191"/>
                </a:lnTo>
                <a:lnTo>
                  <a:pt x="4180771" y="2073424"/>
                </a:lnTo>
                <a:lnTo>
                  <a:pt x="4250672" y="2032784"/>
                </a:lnTo>
                <a:lnTo>
                  <a:pt x="4230513" y="1998113"/>
                </a:lnTo>
                <a:close/>
              </a:path>
              <a:path w="4316095" h="2228850">
                <a:moveTo>
                  <a:pt x="4301020" y="1957875"/>
                </a:moveTo>
                <a:lnTo>
                  <a:pt x="4230513" y="1998113"/>
                </a:lnTo>
                <a:lnTo>
                  <a:pt x="4250672" y="2032784"/>
                </a:lnTo>
                <a:lnTo>
                  <a:pt x="4180771" y="2073424"/>
                </a:lnTo>
                <a:lnTo>
                  <a:pt x="4307376" y="2073424"/>
                </a:lnTo>
                <a:lnTo>
                  <a:pt x="4301020" y="1957875"/>
                </a:lnTo>
                <a:close/>
              </a:path>
              <a:path w="4316095" h="2228850">
                <a:moveTo>
                  <a:pt x="2135355" y="80849"/>
                </a:moveTo>
                <a:lnTo>
                  <a:pt x="1753419" y="80849"/>
                </a:lnTo>
                <a:lnTo>
                  <a:pt x="1804484" y="83637"/>
                </a:lnTo>
                <a:lnTo>
                  <a:pt x="1856405" y="89651"/>
                </a:lnTo>
                <a:lnTo>
                  <a:pt x="1909112" y="98769"/>
                </a:lnTo>
                <a:lnTo>
                  <a:pt x="1962523" y="110857"/>
                </a:lnTo>
                <a:lnTo>
                  <a:pt x="2016554" y="125779"/>
                </a:lnTo>
                <a:lnTo>
                  <a:pt x="2071118" y="143396"/>
                </a:lnTo>
                <a:lnTo>
                  <a:pt x="2126123" y="163562"/>
                </a:lnTo>
                <a:lnTo>
                  <a:pt x="2181482" y="186126"/>
                </a:lnTo>
                <a:lnTo>
                  <a:pt x="2237106" y="210933"/>
                </a:lnTo>
                <a:lnTo>
                  <a:pt x="2292906" y="237830"/>
                </a:lnTo>
                <a:lnTo>
                  <a:pt x="2348795" y="266659"/>
                </a:lnTo>
                <a:lnTo>
                  <a:pt x="2404687" y="297258"/>
                </a:lnTo>
                <a:lnTo>
                  <a:pt x="2460501" y="329469"/>
                </a:lnTo>
                <a:lnTo>
                  <a:pt x="2516150" y="363131"/>
                </a:lnTo>
                <a:lnTo>
                  <a:pt x="2571555" y="398078"/>
                </a:lnTo>
                <a:lnTo>
                  <a:pt x="2626633" y="434153"/>
                </a:lnTo>
                <a:lnTo>
                  <a:pt x="2735728" y="509189"/>
                </a:lnTo>
                <a:lnTo>
                  <a:pt x="2842289" y="586585"/>
                </a:lnTo>
                <a:lnTo>
                  <a:pt x="2945984" y="665226"/>
                </a:lnTo>
                <a:lnTo>
                  <a:pt x="3046201" y="743808"/>
                </a:lnTo>
                <a:lnTo>
                  <a:pt x="3142264" y="820971"/>
                </a:lnTo>
                <a:lnTo>
                  <a:pt x="3320018" y="966236"/>
                </a:lnTo>
                <a:lnTo>
                  <a:pt x="3400687" y="1035094"/>
                </a:lnTo>
                <a:lnTo>
                  <a:pt x="3476757" y="1105604"/>
                </a:lnTo>
                <a:lnTo>
                  <a:pt x="3549190" y="1178189"/>
                </a:lnTo>
                <a:lnTo>
                  <a:pt x="3618256" y="1252712"/>
                </a:lnTo>
                <a:lnTo>
                  <a:pt x="3684225" y="1329043"/>
                </a:lnTo>
                <a:lnTo>
                  <a:pt x="3747361" y="1407048"/>
                </a:lnTo>
                <a:lnTo>
                  <a:pt x="3807928" y="1486590"/>
                </a:lnTo>
                <a:lnTo>
                  <a:pt x="3866191" y="1567534"/>
                </a:lnTo>
                <a:lnTo>
                  <a:pt x="3922410" y="1649741"/>
                </a:lnTo>
                <a:lnTo>
                  <a:pt x="3976847" y="1733069"/>
                </a:lnTo>
                <a:lnTo>
                  <a:pt x="4029764" y="1817378"/>
                </a:lnTo>
                <a:lnTo>
                  <a:pt x="4081423" y="1902523"/>
                </a:lnTo>
                <a:lnTo>
                  <a:pt x="4160289" y="2038191"/>
                </a:lnTo>
                <a:lnTo>
                  <a:pt x="4230513" y="1998113"/>
                </a:lnTo>
                <a:lnTo>
                  <a:pt x="4150549" y="1860580"/>
                </a:lnTo>
                <a:lnTo>
                  <a:pt x="4098245" y="1774389"/>
                </a:lnTo>
                <a:lnTo>
                  <a:pt x="4044534" y="1688840"/>
                </a:lnTo>
                <a:lnTo>
                  <a:pt x="3989146" y="1604090"/>
                </a:lnTo>
                <a:lnTo>
                  <a:pt x="3931808" y="1520290"/>
                </a:lnTo>
                <a:lnTo>
                  <a:pt x="3872250" y="1437595"/>
                </a:lnTo>
                <a:lnTo>
                  <a:pt x="3810200" y="1356165"/>
                </a:lnTo>
                <a:lnTo>
                  <a:pt x="3745388" y="1276158"/>
                </a:lnTo>
                <a:lnTo>
                  <a:pt x="3677546" y="1197734"/>
                </a:lnTo>
                <a:lnTo>
                  <a:pt x="3606407" y="1121056"/>
                </a:lnTo>
                <a:lnTo>
                  <a:pt x="3531704" y="1046288"/>
                </a:lnTo>
                <a:lnTo>
                  <a:pt x="3453178" y="973592"/>
                </a:lnTo>
                <a:lnTo>
                  <a:pt x="3371255" y="903685"/>
                </a:lnTo>
                <a:lnTo>
                  <a:pt x="3145209" y="719437"/>
                </a:lnTo>
                <a:lnTo>
                  <a:pt x="3096091" y="680177"/>
                </a:lnTo>
                <a:lnTo>
                  <a:pt x="2994839" y="600797"/>
                </a:lnTo>
                <a:lnTo>
                  <a:pt x="2889798" y="521158"/>
                </a:lnTo>
                <a:lnTo>
                  <a:pt x="2781543" y="442565"/>
                </a:lnTo>
                <a:lnTo>
                  <a:pt x="2670929" y="366509"/>
                </a:lnTo>
                <a:lnTo>
                  <a:pt x="2614715" y="329705"/>
                </a:lnTo>
                <a:lnTo>
                  <a:pt x="2557989" y="293940"/>
                </a:lnTo>
                <a:lnTo>
                  <a:pt x="2500906" y="259433"/>
                </a:lnTo>
                <a:lnTo>
                  <a:pt x="2443502" y="226327"/>
                </a:lnTo>
                <a:lnTo>
                  <a:pt x="2385844" y="194790"/>
                </a:lnTo>
                <a:lnTo>
                  <a:pt x="2327995" y="164984"/>
                </a:lnTo>
                <a:lnTo>
                  <a:pt x="2270015" y="137077"/>
                </a:lnTo>
                <a:lnTo>
                  <a:pt x="2211969" y="111236"/>
                </a:lnTo>
                <a:lnTo>
                  <a:pt x="2153914" y="87631"/>
                </a:lnTo>
                <a:lnTo>
                  <a:pt x="2135355" y="80849"/>
                </a:lnTo>
                <a:close/>
              </a:path>
              <a:path w="4316095" h="2228850">
                <a:moveTo>
                  <a:pt x="1752347" y="0"/>
                </a:moveTo>
                <a:lnTo>
                  <a:pt x="1696465" y="843"/>
                </a:lnTo>
                <a:lnTo>
                  <a:pt x="1641544" y="5571"/>
                </a:lnTo>
                <a:lnTo>
                  <a:pt x="1587483" y="13895"/>
                </a:lnTo>
                <a:lnTo>
                  <a:pt x="1533682" y="25419"/>
                </a:lnTo>
                <a:lnTo>
                  <a:pt x="1480145" y="40021"/>
                </a:lnTo>
                <a:lnTo>
                  <a:pt x="1426872" y="57579"/>
                </a:lnTo>
                <a:lnTo>
                  <a:pt x="1373859" y="77972"/>
                </a:lnTo>
                <a:lnTo>
                  <a:pt x="1321094" y="101084"/>
                </a:lnTo>
                <a:lnTo>
                  <a:pt x="1268568" y="126801"/>
                </a:lnTo>
                <a:lnTo>
                  <a:pt x="1216268" y="155011"/>
                </a:lnTo>
                <a:lnTo>
                  <a:pt x="1164181" y="185605"/>
                </a:lnTo>
                <a:lnTo>
                  <a:pt x="1112291" y="218475"/>
                </a:lnTo>
                <a:lnTo>
                  <a:pt x="1060587" y="253517"/>
                </a:lnTo>
                <a:lnTo>
                  <a:pt x="1009053" y="290629"/>
                </a:lnTo>
                <a:lnTo>
                  <a:pt x="957680" y="329705"/>
                </a:lnTo>
                <a:lnTo>
                  <a:pt x="906453" y="370646"/>
                </a:lnTo>
                <a:lnTo>
                  <a:pt x="855365" y="413351"/>
                </a:lnTo>
                <a:lnTo>
                  <a:pt x="804401" y="457719"/>
                </a:lnTo>
                <a:lnTo>
                  <a:pt x="753555" y="503651"/>
                </a:lnTo>
                <a:lnTo>
                  <a:pt x="702817" y="551047"/>
                </a:lnTo>
                <a:lnTo>
                  <a:pt x="652179" y="599808"/>
                </a:lnTo>
                <a:lnTo>
                  <a:pt x="601633" y="649834"/>
                </a:lnTo>
                <a:lnTo>
                  <a:pt x="551171" y="701027"/>
                </a:lnTo>
                <a:lnTo>
                  <a:pt x="500667" y="753417"/>
                </a:lnTo>
                <a:lnTo>
                  <a:pt x="400138" y="860710"/>
                </a:lnTo>
                <a:lnTo>
                  <a:pt x="299847" y="971085"/>
                </a:lnTo>
                <a:lnTo>
                  <a:pt x="199750" y="1083741"/>
                </a:lnTo>
                <a:lnTo>
                  <a:pt x="0" y="1312722"/>
                </a:lnTo>
                <a:lnTo>
                  <a:pt x="61027" y="1365765"/>
                </a:lnTo>
                <a:lnTo>
                  <a:pt x="260584" y="1137005"/>
                </a:lnTo>
                <a:lnTo>
                  <a:pt x="360291" y="1024789"/>
                </a:lnTo>
                <a:lnTo>
                  <a:pt x="459980" y="915088"/>
                </a:lnTo>
                <a:lnTo>
                  <a:pt x="559668" y="808701"/>
                </a:lnTo>
                <a:lnTo>
                  <a:pt x="609380" y="757149"/>
                </a:lnTo>
                <a:lnTo>
                  <a:pt x="659215" y="706598"/>
                </a:lnTo>
                <a:lnTo>
                  <a:pt x="709054" y="657280"/>
                </a:lnTo>
                <a:lnTo>
                  <a:pt x="758898" y="609295"/>
                </a:lnTo>
                <a:lnTo>
                  <a:pt x="808747" y="562742"/>
                </a:lnTo>
                <a:lnTo>
                  <a:pt x="858598" y="517724"/>
                </a:lnTo>
                <a:lnTo>
                  <a:pt x="908451" y="474339"/>
                </a:lnTo>
                <a:lnTo>
                  <a:pt x="958302" y="432691"/>
                </a:lnTo>
                <a:lnTo>
                  <a:pt x="1008151" y="392875"/>
                </a:lnTo>
                <a:lnTo>
                  <a:pt x="1057992" y="354992"/>
                </a:lnTo>
                <a:lnTo>
                  <a:pt x="1107823" y="319142"/>
                </a:lnTo>
                <a:lnTo>
                  <a:pt x="1157636" y="285419"/>
                </a:lnTo>
                <a:lnTo>
                  <a:pt x="1207428" y="253923"/>
                </a:lnTo>
                <a:lnTo>
                  <a:pt x="1257192" y="224746"/>
                </a:lnTo>
                <a:lnTo>
                  <a:pt x="1306921" y="197982"/>
                </a:lnTo>
                <a:lnTo>
                  <a:pt x="1356611" y="173723"/>
                </a:lnTo>
                <a:lnTo>
                  <a:pt x="1406253" y="152055"/>
                </a:lnTo>
                <a:lnTo>
                  <a:pt x="1455846" y="133065"/>
                </a:lnTo>
                <a:lnTo>
                  <a:pt x="1505388" y="116836"/>
                </a:lnTo>
                <a:lnTo>
                  <a:pt x="1554880" y="103447"/>
                </a:lnTo>
                <a:lnTo>
                  <a:pt x="1604330" y="92977"/>
                </a:lnTo>
                <a:lnTo>
                  <a:pt x="1653748" y="85502"/>
                </a:lnTo>
                <a:lnTo>
                  <a:pt x="1703269" y="81413"/>
                </a:lnTo>
                <a:lnTo>
                  <a:pt x="1753419" y="80849"/>
                </a:lnTo>
                <a:lnTo>
                  <a:pt x="2135355" y="80849"/>
                </a:lnTo>
                <a:lnTo>
                  <a:pt x="2095911" y="66436"/>
                </a:lnTo>
                <a:lnTo>
                  <a:pt x="2038018" y="47824"/>
                </a:lnTo>
                <a:lnTo>
                  <a:pt x="1980294" y="31977"/>
                </a:lnTo>
                <a:lnTo>
                  <a:pt x="1922799" y="19079"/>
                </a:lnTo>
                <a:lnTo>
                  <a:pt x="1865595" y="9319"/>
                </a:lnTo>
                <a:lnTo>
                  <a:pt x="1808753" y="2893"/>
                </a:lnTo>
                <a:lnTo>
                  <a:pt x="1752347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5" name="Slide Number Placeholder 191">
            <a:extLst>
              <a:ext uri="{FF2B5EF4-FFF2-40B4-BE49-F238E27FC236}">
                <a16:creationId xmlns:a16="http://schemas.microsoft.com/office/drawing/2014/main" id="{6A589D49-5E56-8660-EBDC-02F6BE07F7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18</a:t>
            </a:fld>
            <a:endParaRPr lang="en-US" spc="-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Avoiding</a:t>
            </a:r>
            <a:r>
              <a:rPr spc="-53" dirty="0"/>
              <a:t> </a:t>
            </a:r>
            <a:r>
              <a:rPr b="0" dirty="0">
                <a:latin typeface="Calibri"/>
                <a:cs typeface="Calibri"/>
              </a:rPr>
              <a:t>Memory</a:t>
            </a:r>
            <a:r>
              <a:rPr spc="-57" dirty="0"/>
              <a:t> </a:t>
            </a:r>
            <a:r>
              <a:rPr spc="-9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1" y="1306801"/>
            <a:ext cx="8719930" cy="5273620"/>
          </a:xfrm>
          <a:prstGeom prst="rect">
            <a:avLst/>
          </a:prstGeom>
        </p:spPr>
        <p:txBody>
          <a:bodyPr vert="horz" wrap="square" lIns="0" tIns="41462" rIns="0" bIns="0" rtlCol="0">
            <a:spAutoFit/>
          </a:bodyPr>
          <a:lstStyle/>
          <a:p>
            <a:pPr marL="278481" marR="202837" indent="-267835">
              <a:lnSpc>
                <a:spcPct val="105000"/>
              </a:lnSpc>
              <a:spcBef>
                <a:spcPts val="326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300" dirty="0">
                <a:solidFill>
                  <a:srgbClr val="3366FF"/>
                </a:solidFill>
                <a:latin typeface="Calibri"/>
                <a:cs typeface="Calibri"/>
              </a:rPr>
              <a:t>WAW</a:t>
            </a:r>
            <a:r>
              <a:rPr sz="2300" spc="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366FF"/>
                </a:solidFill>
                <a:latin typeface="Calibri"/>
                <a:cs typeface="Calibri"/>
              </a:rPr>
              <a:t>and</a:t>
            </a:r>
            <a:r>
              <a:rPr sz="2300" spc="6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366FF"/>
                </a:solidFill>
                <a:latin typeface="Calibri"/>
                <a:cs typeface="Calibri"/>
              </a:rPr>
              <a:t>WAR</a:t>
            </a:r>
            <a:r>
              <a:rPr sz="2300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366FF"/>
                </a:solidFill>
                <a:latin typeface="Calibri"/>
                <a:cs typeface="Calibri"/>
              </a:rPr>
              <a:t>hazards</a:t>
            </a:r>
            <a:r>
              <a:rPr sz="2300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66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memory</a:t>
            </a:r>
            <a:r>
              <a:rPr sz="2300" spc="57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71" dirty="0">
                <a:latin typeface="Calibri"/>
                <a:cs typeface="Calibri"/>
              </a:rPr>
              <a:t> </a:t>
            </a:r>
            <a:r>
              <a:rPr sz="2300" spc="-9" dirty="0">
                <a:latin typeface="Calibri"/>
                <a:cs typeface="Calibri"/>
              </a:rPr>
              <a:t>eliminated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71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speculation</a:t>
            </a:r>
            <a:r>
              <a:rPr sz="2300" spc="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because</a:t>
            </a:r>
            <a:r>
              <a:rPr sz="2300" spc="84" dirty="0">
                <a:latin typeface="Calibri"/>
                <a:cs typeface="Calibri"/>
              </a:rPr>
              <a:t> </a:t>
            </a:r>
            <a:r>
              <a:rPr sz="23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actual</a:t>
            </a:r>
            <a:r>
              <a:rPr sz="2300" i="1" u="sng" spc="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updating</a:t>
            </a:r>
            <a:r>
              <a:rPr sz="2300" i="1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300" i="1" u="sng" spc="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00" i="1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memory</a:t>
            </a:r>
            <a:r>
              <a:rPr sz="2300" i="1" u="sng" spc="-9" dirty="0">
                <a:latin typeface="Calibri"/>
                <a:cs typeface="Calibri"/>
              </a:rPr>
              <a:t> </a:t>
            </a:r>
            <a:r>
              <a:rPr sz="23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occurs</a:t>
            </a:r>
            <a:r>
              <a:rPr sz="2300" i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300" i="1" u="sng" spc="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order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when</a:t>
            </a:r>
            <a:r>
              <a:rPr sz="2300" spc="4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4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store</a:t>
            </a:r>
            <a:r>
              <a:rPr sz="2300" spc="4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31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head</a:t>
            </a:r>
            <a:r>
              <a:rPr sz="2300" spc="4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4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ROB,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-22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hence,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</a:t>
            </a:r>
            <a:r>
              <a:rPr sz="2300" spc="4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earlier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loads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stores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</a:t>
            </a:r>
            <a:r>
              <a:rPr sz="2300" spc="4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still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49" dirty="0">
                <a:latin typeface="Calibri"/>
                <a:cs typeface="Calibri"/>
              </a:rPr>
              <a:t> </a:t>
            </a:r>
            <a:r>
              <a:rPr sz="2300" spc="-9" dirty="0">
                <a:latin typeface="Calibri"/>
                <a:cs typeface="Calibri"/>
              </a:rPr>
              <a:t>pending</a:t>
            </a:r>
            <a:endParaRPr sz="2300" dirty="0">
              <a:latin typeface="Calibri"/>
              <a:cs typeface="Calibri"/>
            </a:endParaRPr>
          </a:p>
          <a:p>
            <a:pPr marL="278481" marR="901561" indent="-267835">
              <a:lnSpc>
                <a:spcPct val="105000"/>
              </a:lnSpc>
              <a:spcBef>
                <a:spcPts val="754"/>
              </a:spcBef>
              <a:buChar char="•"/>
              <a:tabLst>
                <a:tab pos="278481" algn="l"/>
              </a:tabLst>
            </a:pPr>
            <a:r>
              <a:rPr sz="2300" dirty="0">
                <a:solidFill>
                  <a:srgbClr val="3366FF"/>
                </a:solidFill>
                <a:latin typeface="Calibri"/>
                <a:cs typeface="Calibri"/>
              </a:rPr>
              <a:t>RAW</a:t>
            </a:r>
            <a:r>
              <a:rPr sz="2300" spc="7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366FF"/>
                </a:solidFill>
                <a:latin typeface="Calibri"/>
                <a:cs typeface="Calibri"/>
              </a:rPr>
              <a:t>hazards</a:t>
            </a:r>
            <a:r>
              <a:rPr sz="2300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66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memory</a:t>
            </a:r>
            <a:r>
              <a:rPr sz="2300" spc="62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avoided</a:t>
            </a:r>
            <a:r>
              <a:rPr sz="2300" spc="66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62" dirty="0">
                <a:latin typeface="Calibri"/>
                <a:cs typeface="Calibri"/>
              </a:rPr>
              <a:t> </a:t>
            </a:r>
            <a:r>
              <a:rPr sz="2300" spc="-22" dirty="0">
                <a:latin typeface="Calibri"/>
                <a:cs typeface="Calibri"/>
              </a:rPr>
              <a:t>two </a:t>
            </a:r>
            <a:r>
              <a:rPr sz="2300" spc="-9" dirty="0">
                <a:latin typeface="Calibri"/>
                <a:cs typeface="Calibri"/>
              </a:rPr>
              <a:t>restrictions:</a:t>
            </a:r>
            <a:endParaRPr sz="2300" dirty="0">
              <a:latin typeface="Calibri"/>
              <a:cs typeface="Calibri"/>
            </a:endParaRPr>
          </a:p>
          <a:p>
            <a:pPr marL="653338" marR="4483" lvl="1" indent="-214044">
              <a:lnSpc>
                <a:spcPct val="105000"/>
              </a:lnSpc>
              <a:spcBef>
                <a:spcPts val="609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not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allowing</a:t>
            </a:r>
            <a:r>
              <a:rPr sz="2100" spc="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366FF"/>
                </a:solidFill>
                <a:latin typeface="Calibri"/>
                <a:cs typeface="Calibri"/>
              </a:rPr>
              <a:t>load</a:t>
            </a:r>
            <a:r>
              <a:rPr sz="2100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initiate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second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step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(actual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memory </a:t>
            </a:r>
            <a:r>
              <a:rPr sz="2100" dirty="0">
                <a:latin typeface="Calibri"/>
                <a:cs typeface="Calibri"/>
              </a:rPr>
              <a:t>read)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its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execution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if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any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active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ROB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entry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occupied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by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9" dirty="0">
                <a:solidFill>
                  <a:srgbClr val="3366FF"/>
                </a:solidFill>
                <a:latin typeface="Calibri"/>
                <a:cs typeface="Calibri"/>
              </a:rPr>
              <a:t>store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Destination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field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matches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value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 Addr.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field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of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load,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and</a:t>
            </a:r>
            <a:endParaRPr sz="2100" dirty="0">
              <a:latin typeface="Calibri"/>
              <a:cs typeface="Calibri"/>
            </a:endParaRPr>
          </a:p>
          <a:p>
            <a:pPr marL="653338" marR="653898" lvl="1" indent="-214044">
              <a:lnSpc>
                <a:spcPct val="105000"/>
              </a:lnSpc>
              <a:spcBef>
                <a:spcPts val="644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maintaining</a:t>
            </a:r>
            <a:r>
              <a:rPr sz="2100" spc="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program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order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computation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31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an </a:t>
            </a:r>
            <a:r>
              <a:rPr sz="2100" dirty="0">
                <a:latin typeface="Calibri"/>
                <a:cs typeface="Calibri"/>
              </a:rPr>
              <a:t>effective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address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load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respect</a:t>
            </a:r>
            <a:r>
              <a:rPr sz="2100" spc="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earlier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stores.</a:t>
            </a:r>
            <a:endParaRPr sz="2100" dirty="0">
              <a:latin typeface="Calibri"/>
              <a:cs typeface="Calibri"/>
            </a:endParaRPr>
          </a:p>
          <a:p>
            <a:pPr marL="277360" marR="416321" indent="-266714" algn="just">
              <a:lnSpc>
                <a:spcPct val="105000"/>
              </a:lnSpc>
              <a:spcBef>
                <a:spcPts val="715"/>
              </a:spcBef>
              <a:buChar char="•"/>
              <a:tabLst>
                <a:tab pos="278481" algn="l"/>
              </a:tabLst>
            </a:pP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These</a:t>
            </a:r>
            <a:r>
              <a:rPr sz="2300" spc="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restrictions</a:t>
            </a:r>
            <a:r>
              <a:rPr sz="2300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ensure</a:t>
            </a:r>
            <a:r>
              <a:rPr sz="2300" spc="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2300" spc="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load</a:t>
            </a:r>
            <a:r>
              <a:rPr sz="2300" spc="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accesses</a:t>
            </a:r>
            <a:r>
              <a:rPr sz="2300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-44" dirty="0">
                <a:solidFill>
                  <a:srgbClr val="FF0000"/>
                </a:solidFill>
                <a:latin typeface="Calibri"/>
                <a:cs typeface="Calibri"/>
              </a:rPr>
              <a:t>a 	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2300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location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written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earlier</a:t>
            </a:r>
            <a:r>
              <a:rPr sz="2300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store</a:t>
            </a:r>
            <a:r>
              <a:rPr sz="2300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-9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lang="en-US" sz="2300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perform</a:t>
            </a:r>
            <a:r>
              <a:rPr lang="en-US" sz="2300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2300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sz="2300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until</a:t>
            </a:r>
            <a:r>
              <a:rPr sz="2300"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store</a:t>
            </a:r>
            <a:r>
              <a:rPr sz="23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300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-9" dirty="0">
                <a:solidFill>
                  <a:srgbClr val="FF0000"/>
                </a:solidFill>
                <a:latin typeface="Calibri"/>
                <a:cs typeface="Calibri"/>
              </a:rPr>
              <a:t>written</a:t>
            </a:r>
            <a:r>
              <a:rPr lang="en-US" sz="2300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300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-18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Slide Number Placeholder 191">
            <a:extLst>
              <a:ext uri="{FF2B5EF4-FFF2-40B4-BE49-F238E27FC236}">
                <a16:creationId xmlns:a16="http://schemas.microsoft.com/office/drawing/2014/main" id="{FDD56AAD-827A-CE9E-372A-34681DB65D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Exceptions</a:t>
            </a:r>
            <a:r>
              <a:rPr spc="-71" dirty="0"/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spc="-62" dirty="0"/>
              <a:t> </a:t>
            </a:r>
            <a:r>
              <a:rPr spc="-9" dirty="0"/>
              <a:t>Interrupts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08383" y="1267059"/>
            <a:ext cx="7500729" cy="5310278"/>
          </a:xfrm>
          <a:prstGeom prst="rect">
            <a:avLst/>
          </a:prstGeom>
        </p:spPr>
        <p:txBody>
          <a:bodyPr vert="horz" wrap="square" lIns="0" tIns="77321" rIns="0" bIns="0" rtlCol="0">
            <a:spAutoFit/>
          </a:bodyPr>
          <a:lstStyle/>
          <a:p>
            <a:pPr marL="278481" indent="-267275">
              <a:spcBef>
                <a:spcPts val="609"/>
              </a:spcBef>
              <a:buChar char="•"/>
              <a:tabLst>
                <a:tab pos="278481" algn="l"/>
              </a:tabLst>
            </a:pPr>
            <a:r>
              <a:rPr sz="2200" dirty="0"/>
              <a:t>IBM</a:t>
            </a:r>
            <a:r>
              <a:rPr sz="2200" spc="84" dirty="0"/>
              <a:t> </a:t>
            </a:r>
            <a:r>
              <a:rPr sz="2200" dirty="0"/>
              <a:t>360/91</a:t>
            </a:r>
            <a:r>
              <a:rPr sz="2200" spc="79" dirty="0"/>
              <a:t> </a:t>
            </a:r>
            <a:r>
              <a:rPr sz="2200" dirty="0"/>
              <a:t>invented</a:t>
            </a:r>
            <a:r>
              <a:rPr sz="2200" spc="84" dirty="0"/>
              <a:t> </a:t>
            </a:r>
            <a:r>
              <a:rPr sz="2200" dirty="0"/>
              <a:t>“imprecise</a:t>
            </a:r>
            <a:r>
              <a:rPr sz="2200" spc="93" dirty="0"/>
              <a:t> </a:t>
            </a:r>
            <a:r>
              <a:rPr sz="2200" spc="-9" dirty="0"/>
              <a:t>interrupts”</a:t>
            </a: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“Computer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stopped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PC;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near</a:t>
            </a:r>
            <a:r>
              <a:rPr sz="2000" i="1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address”</a:t>
            </a:r>
            <a:endParaRPr sz="2000" dirty="0">
              <a:latin typeface="Calibri"/>
              <a:cs typeface="Calibri"/>
            </a:endParaRPr>
          </a:p>
          <a:p>
            <a:pPr marL="652777" lvl="1" indent="-213483">
              <a:spcBef>
                <a:spcPts val="507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Not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popular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programmers</a:t>
            </a:r>
            <a:endParaRPr sz="2000" dirty="0">
              <a:latin typeface="Calibri"/>
              <a:cs typeface="Calibri"/>
            </a:endParaRPr>
          </a:p>
          <a:p>
            <a:pPr marL="278481" marR="458905" indent="-267835">
              <a:spcBef>
                <a:spcPts val="825"/>
              </a:spcBef>
              <a:buChar char="•"/>
              <a:tabLst>
                <a:tab pos="278481" algn="l"/>
              </a:tabLst>
            </a:pPr>
            <a:r>
              <a:rPr sz="2200" dirty="0"/>
              <a:t>Technique</a:t>
            </a:r>
            <a:r>
              <a:rPr sz="2200" spc="110" dirty="0"/>
              <a:t> </a:t>
            </a:r>
            <a:r>
              <a:rPr sz="2200" dirty="0"/>
              <a:t>for</a:t>
            </a:r>
            <a:r>
              <a:rPr sz="2200" spc="106" dirty="0"/>
              <a:t> </a:t>
            </a:r>
            <a:r>
              <a:rPr sz="2200" dirty="0"/>
              <a:t>both</a:t>
            </a:r>
            <a:r>
              <a:rPr sz="2200" spc="106" dirty="0"/>
              <a:t> </a:t>
            </a:r>
            <a:r>
              <a:rPr sz="2200" dirty="0"/>
              <a:t>precise</a:t>
            </a:r>
            <a:r>
              <a:rPr sz="2200" spc="115" dirty="0"/>
              <a:t> </a:t>
            </a:r>
            <a:r>
              <a:rPr sz="2200" dirty="0"/>
              <a:t>interrupts/exceptions</a:t>
            </a:r>
            <a:r>
              <a:rPr sz="2200" spc="101" dirty="0"/>
              <a:t> </a:t>
            </a:r>
            <a:r>
              <a:rPr sz="2200" spc="-22" dirty="0"/>
              <a:t>and </a:t>
            </a:r>
            <a:r>
              <a:rPr sz="2200" dirty="0"/>
              <a:t>speculation:</a:t>
            </a:r>
            <a:r>
              <a:rPr sz="2200" spc="88" dirty="0"/>
              <a:t> </a:t>
            </a:r>
            <a:r>
              <a:rPr sz="2200" dirty="0">
                <a:solidFill>
                  <a:srgbClr val="3366FF"/>
                </a:solidFill>
              </a:rPr>
              <a:t>in-order</a:t>
            </a:r>
            <a:r>
              <a:rPr sz="2200" spc="97" dirty="0">
                <a:solidFill>
                  <a:srgbClr val="3366FF"/>
                </a:solidFill>
              </a:rPr>
              <a:t> </a:t>
            </a:r>
            <a:r>
              <a:rPr sz="2200" dirty="0">
                <a:solidFill>
                  <a:srgbClr val="3366FF"/>
                </a:solidFill>
              </a:rPr>
              <a:t>completion</a:t>
            </a:r>
            <a:r>
              <a:rPr sz="2200" spc="106" dirty="0">
                <a:solidFill>
                  <a:srgbClr val="3366FF"/>
                </a:solidFill>
              </a:rPr>
              <a:t> </a:t>
            </a:r>
            <a:r>
              <a:rPr sz="2200" dirty="0">
                <a:solidFill>
                  <a:srgbClr val="3366FF"/>
                </a:solidFill>
              </a:rPr>
              <a:t>and</a:t>
            </a:r>
            <a:r>
              <a:rPr sz="2200" spc="106" dirty="0">
                <a:solidFill>
                  <a:srgbClr val="3366FF"/>
                </a:solidFill>
              </a:rPr>
              <a:t> </a:t>
            </a:r>
            <a:r>
              <a:rPr sz="2200" dirty="0">
                <a:solidFill>
                  <a:srgbClr val="3366FF"/>
                </a:solidFill>
              </a:rPr>
              <a:t>in-order</a:t>
            </a:r>
            <a:r>
              <a:rPr sz="2200" spc="93" dirty="0">
                <a:solidFill>
                  <a:srgbClr val="3366FF"/>
                </a:solidFill>
              </a:rPr>
              <a:t> </a:t>
            </a:r>
            <a:r>
              <a:rPr sz="2200" spc="-9" dirty="0">
                <a:solidFill>
                  <a:srgbClr val="3366FF"/>
                </a:solidFill>
              </a:rPr>
              <a:t>commit</a:t>
            </a:r>
          </a:p>
          <a:p>
            <a:pPr marL="653338" marR="642131" lvl="1" indent="-214044">
              <a:spcBef>
                <a:spcPts val="750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speculate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wrong,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restart </a:t>
            </a:r>
            <a:r>
              <a:rPr sz="2000" dirty="0">
                <a:latin typeface="Calibri"/>
                <a:cs typeface="Calibri"/>
              </a:rPr>
              <a:t>execution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predicted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incorrectly</a:t>
            </a:r>
            <a:endParaRPr sz="2000" dirty="0">
              <a:latin typeface="Calibri"/>
              <a:cs typeface="Calibri"/>
            </a:endParaRPr>
          </a:p>
          <a:p>
            <a:pPr marL="652777" lvl="1" indent="-213483">
              <a:spcBef>
                <a:spcPts val="415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Exactly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precise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exceptions</a:t>
            </a:r>
            <a:endParaRPr sz="2000" dirty="0">
              <a:latin typeface="Calibri"/>
              <a:cs typeface="Calibri"/>
            </a:endParaRPr>
          </a:p>
          <a:p>
            <a:pPr marL="278481" marR="176502" indent="-267835">
              <a:spcBef>
                <a:spcPts val="715"/>
              </a:spcBef>
              <a:buChar char="•"/>
              <a:tabLst>
                <a:tab pos="278481" algn="l"/>
              </a:tabLst>
            </a:pPr>
            <a:r>
              <a:rPr sz="2200" dirty="0"/>
              <a:t>Exceptions</a:t>
            </a:r>
            <a:r>
              <a:rPr sz="2200" spc="62" dirty="0"/>
              <a:t> </a:t>
            </a:r>
            <a:r>
              <a:rPr sz="2200" dirty="0"/>
              <a:t>are</a:t>
            </a:r>
            <a:r>
              <a:rPr sz="2200" spc="75" dirty="0"/>
              <a:t> </a:t>
            </a:r>
            <a:r>
              <a:rPr sz="2200" dirty="0"/>
              <a:t>handled</a:t>
            </a:r>
            <a:r>
              <a:rPr sz="2200" spc="71" dirty="0"/>
              <a:t> </a:t>
            </a:r>
            <a:r>
              <a:rPr sz="2200" dirty="0"/>
              <a:t>by</a:t>
            </a:r>
            <a:r>
              <a:rPr sz="2200" spc="71" dirty="0"/>
              <a:t> </a:t>
            </a:r>
            <a:r>
              <a:rPr sz="2200" dirty="0"/>
              <a:t>not</a:t>
            </a:r>
            <a:r>
              <a:rPr sz="2200" spc="62" dirty="0"/>
              <a:t> </a:t>
            </a:r>
            <a:r>
              <a:rPr sz="2200" dirty="0"/>
              <a:t>recognizing</a:t>
            </a:r>
            <a:r>
              <a:rPr sz="2200" spc="66" dirty="0"/>
              <a:t> </a:t>
            </a:r>
            <a:r>
              <a:rPr sz="2200" dirty="0"/>
              <a:t>the</a:t>
            </a:r>
            <a:r>
              <a:rPr sz="2200" spc="75" dirty="0"/>
              <a:t> </a:t>
            </a:r>
            <a:r>
              <a:rPr sz="2200" spc="-9" dirty="0"/>
              <a:t>exception </a:t>
            </a:r>
            <a:r>
              <a:rPr sz="2200" dirty="0"/>
              <a:t>until</a:t>
            </a:r>
            <a:r>
              <a:rPr sz="2200" spc="31" dirty="0"/>
              <a:t> </a:t>
            </a:r>
            <a:r>
              <a:rPr sz="2200" dirty="0"/>
              <a:t>instruction</a:t>
            </a:r>
            <a:r>
              <a:rPr sz="2200" spc="49" dirty="0"/>
              <a:t> </a:t>
            </a:r>
            <a:r>
              <a:rPr sz="2200" dirty="0"/>
              <a:t>that</a:t>
            </a:r>
            <a:r>
              <a:rPr sz="2200" spc="35" dirty="0"/>
              <a:t> </a:t>
            </a:r>
            <a:r>
              <a:rPr sz="2200" dirty="0"/>
              <a:t>caused</a:t>
            </a:r>
            <a:r>
              <a:rPr sz="2200" spc="49" dirty="0"/>
              <a:t> </a:t>
            </a:r>
            <a:r>
              <a:rPr sz="2200" dirty="0"/>
              <a:t>it</a:t>
            </a:r>
            <a:r>
              <a:rPr sz="2200" spc="35" dirty="0"/>
              <a:t> </a:t>
            </a:r>
            <a:r>
              <a:rPr sz="2200" dirty="0"/>
              <a:t>is</a:t>
            </a:r>
            <a:r>
              <a:rPr sz="2200" spc="40" dirty="0"/>
              <a:t> </a:t>
            </a:r>
            <a:r>
              <a:rPr sz="2200" dirty="0"/>
              <a:t>ready</a:t>
            </a:r>
            <a:r>
              <a:rPr sz="2200" spc="44" dirty="0"/>
              <a:t> </a:t>
            </a:r>
            <a:r>
              <a:rPr sz="2200" dirty="0"/>
              <a:t>to</a:t>
            </a:r>
            <a:r>
              <a:rPr sz="2200" spc="44" dirty="0"/>
              <a:t> </a:t>
            </a:r>
            <a:r>
              <a:rPr sz="2200" dirty="0"/>
              <a:t>commit</a:t>
            </a:r>
            <a:r>
              <a:rPr sz="2200" spc="40" dirty="0"/>
              <a:t> </a:t>
            </a:r>
            <a:r>
              <a:rPr sz="2200" dirty="0"/>
              <a:t>in</a:t>
            </a:r>
            <a:r>
              <a:rPr sz="2200" spc="49" dirty="0"/>
              <a:t> </a:t>
            </a:r>
            <a:r>
              <a:rPr sz="2200" spc="-22" dirty="0"/>
              <a:t>ROB</a:t>
            </a:r>
          </a:p>
          <a:p>
            <a:pPr marL="653338" marR="280722" lvl="1" indent="-214044">
              <a:spcBef>
                <a:spcPts val="609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speculated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raises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exception,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exception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recorded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ROB</a:t>
            </a:r>
            <a:endParaRPr sz="2000" dirty="0">
              <a:latin typeface="Calibri"/>
              <a:cs typeface="Calibri"/>
            </a:endParaRPr>
          </a:p>
          <a:p>
            <a:pPr marL="653338" marR="4483" lvl="1" indent="-214044">
              <a:spcBef>
                <a:spcPts val="622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reorder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buffers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processors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precise </a:t>
            </a:r>
            <a:r>
              <a:rPr sz="2000" dirty="0">
                <a:latin typeface="Calibri"/>
                <a:cs typeface="Calibri"/>
              </a:rPr>
              <a:t>interrupts,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programmers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faster.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Slide Number Placeholder 191">
            <a:extLst>
              <a:ext uri="{FF2B5EF4-FFF2-40B4-BE49-F238E27FC236}">
                <a16:creationId xmlns:a16="http://schemas.microsoft.com/office/drawing/2014/main" id="{F22DF5F0-D863-DC69-699A-7ED8FD4231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68139" y="6346231"/>
            <a:ext cx="399844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</TotalTime>
  <Words>2743</Words>
  <Application>Microsoft Office PowerPoint</Application>
  <PresentationFormat>On-screen Show (4:3)</PresentationFormat>
  <Paragraphs>568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Arial MT</vt:lpstr>
      <vt:lpstr>Calibri</vt:lpstr>
      <vt:lpstr>Courier New</vt:lpstr>
      <vt:lpstr>Symbol</vt:lpstr>
      <vt:lpstr>Times New Roman</vt:lpstr>
      <vt:lpstr>1_Office Theme</vt:lpstr>
      <vt:lpstr>PowerPoint Presentation</vt:lpstr>
      <vt:lpstr>ADDING SPECULATION TO TOMASULO’S ALGORITHM</vt:lpstr>
      <vt:lpstr>Speculation For Greater ILP</vt:lpstr>
      <vt:lpstr>PowerPoint Presentation</vt:lpstr>
      <vt:lpstr>Adding Speculation to Tomasulo</vt:lpstr>
      <vt:lpstr>Reorder Buffer (ROB)</vt:lpstr>
      <vt:lpstr>Reorder Buffer Entry Fields</vt:lpstr>
      <vt:lpstr>Reorder Buffer Operation</vt:lpstr>
      <vt:lpstr>4 Steps of Speculative Tomasulo Algorithm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Avoiding Memory Hazards</vt:lpstr>
      <vt:lpstr>Exceptions and Interrupts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559</cp:revision>
  <dcterms:created xsi:type="dcterms:W3CDTF">2025-09-07T23:26:05Z</dcterms:created>
  <dcterms:modified xsi:type="dcterms:W3CDTF">2025-11-19T06:43:21Z</dcterms:modified>
</cp:coreProperties>
</file>